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jMqw4/GloMI/3aozoafoN+WyEMM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10" Type="http://schemas.openxmlformats.org/officeDocument/2006/relationships/slide" Target="slides/slide6.xml"/><Relationship Id="rId32"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Slaydı" showMasterSp="0" type="title">
  <p:cSld name="TITLE">
    <p:spTree>
      <p:nvGrpSpPr>
        <p:cNvPr id="14" name="Shape 14"/>
        <p:cNvGrpSpPr/>
        <p:nvPr/>
      </p:nvGrpSpPr>
      <p:grpSpPr>
        <a:xfrm>
          <a:off x="0" y="0"/>
          <a:ext cx="0" cy="0"/>
          <a:chOff x="0" y="0"/>
          <a:chExt cx="0" cy="0"/>
        </a:xfrm>
      </p:grpSpPr>
      <p:sp>
        <p:nvSpPr>
          <p:cNvPr id="15" name="Google Shape;15;p29"/>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9"/>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9"/>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9"/>
          <p:cNvSpPr txBox="1"/>
          <p:nvPr>
            <p:ph idx="1" type="subTitle"/>
          </p:nvPr>
        </p:nvSpPr>
        <p:spPr>
          <a:xfrm>
            <a:off x="1100051" y="4455620"/>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19" name="Google Shape;19;p29"/>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cxnSp>
        <p:nvCxnSpPr>
          <p:cNvPr id="22" name="Google Shape;22;p29"/>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ve İçerik" type="obj">
  <p:cSld name="OBJECT">
    <p:spTree>
      <p:nvGrpSpPr>
        <p:cNvPr id="23" name="Shape 23"/>
        <p:cNvGrpSpPr/>
        <p:nvPr/>
      </p:nvGrpSpPr>
      <p:grpSpPr>
        <a:xfrm>
          <a:off x="0" y="0"/>
          <a:ext cx="0" cy="0"/>
          <a:chOff x="0" y="0"/>
          <a:chExt cx="0" cy="0"/>
        </a:xfrm>
      </p:grpSpPr>
      <p:sp>
        <p:nvSpPr>
          <p:cNvPr id="24" name="Google Shape;24;p3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4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0"/>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6" name="Google Shape;26;p3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ölüm Üst Bilgisi" showMasterSp="0" type="secHead">
  <p:cSld name="SECTION_HEADER">
    <p:bg>
      <p:bgPr>
        <a:solidFill>
          <a:schemeClr val="lt1"/>
        </a:solidFill>
      </p:bgPr>
    </p:bg>
    <p:spTree>
      <p:nvGrpSpPr>
        <p:cNvPr id="29" name="Shape 29"/>
        <p:cNvGrpSpPr/>
        <p:nvPr/>
      </p:nvGrpSpPr>
      <p:grpSpPr>
        <a:xfrm>
          <a:off x="0" y="0"/>
          <a:ext cx="0" cy="0"/>
          <a:chOff x="0" y="0"/>
          <a:chExt cx="0" cy="0"/>
        </a:xfrm>
      </p:grpSpPr>
      <p:sp>
        <p:nvSpPr>
          <p:cNvPr id="30" name="Google Shape;30;p31"/>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1"/>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1"/>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1"/>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34" name="Google Shape;34;p3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cxnSp>
        <p:nvCxnSpPr>
          <p:cNvPr id="37" name="Google Shape;37;p31"/>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ki İçerik" type="twoObj">
  <p:cSld name="TWO_OBJECTS">
    <p:spTree>
      <p:nvGrpSpPr>
        <p:cNvPr id="38" name="Shape 38"/>
        <p:cNvGrpSpPr/>
        <p:nvPr/>
      </p:nvGrpSpPr>
      <p:grpSpPr>
        <a:xfrm>
          <a:off x="0" y="0"/>
          <a:ext cx="0" cy="0"/>
          <a:chOff x="0" y="0"/>
          <a:chExt cx="0" cy="0"/>
        </a:xfrm>
      </p:grpSpPr>
      <p:sp>
        <p:nvSpPr>
          <p:cNvPr id="39" name="Google Shape;39;p3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32"/>
          <p:cNvSpPr txBox="1"/>
          <p:nvPr>
            <p:ph idx="1" type="body"/>
          </p:nvPr>
        </p:nvSpPr>
        <p:spPr>
          <a:xfrm>
            <a:off x="1097279" y="1845734"/>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1" name="Google Shape;41;p32"/>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2" name="Google Shape;42;p3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arşılaştırma" type="twoTxTwoObj">
  <p:cSld name="TWO_OBJECTS_WITH_TEXT">
    <p:spTree>
      <p:nvGrpSpPr>
        <p:cNvPr id="45" name="Shape 45"/>
        <p:cNvGrpSpPr/>
        <p:nvPr/>
      </p:nvGrpSpPr>
      <p:grpSpPr>
        <a:xfrm>
          <a:off x="0" y="0"/>
          <a:ext cx="0" cy="0"/>
          <a:chOff x="0" y="0"/>
          <a:chExt cx="0" cy="0"/>
        </a:xfrm>
      </p:grpSpPr>
      <p:sp>
        <p:nvSpPr>
          <p:cNvPr id="46" name="Google Shape;46;p3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33"/>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48" name="Google Shape;48;p33"/>
          <p:cNvSpPr txBox="1"/>
          <p:nvPr>
            <p:ph idx="2" type="body"/>
          </p:nvPr>
        </p:nvSpPr>
        <p:spPr>
          <a:xfrm>
            <a:off x="109728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9" name="Google Shape;49;p33"/>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0" name="Google Shape;50;p33"/>
          <p:cNvSpPr txBox="1"/>
          <p:nvPr>
            <p:ph idx="4" type="body"/>
          </p:nvPr>
        </p:nvSpPr>
        <p:spPr>
          <a:xfrm>
            <a:off x="621792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1" name="Google Shape;51;p33"/>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alnızca Başlık" type="titleOnly">
  <p:cSld name="TITLE_ONLY">
    <p:spTree>
      <p:nvGrpSpPr>
        <p:cNvPr id="54" name="Shape 54"/>
        <p:cNvGrpSpPr/>
        <p:nvPr/>
      </p:nvGrpSpPr>
      <p:grpSpPr>
        <a:xfrm>
          <a:off x="0" y="0"/>
          <a:ext cx="0" cy="0"/>
          <a:chOff x="0" y="0"/>
          <a:chExt cx="0" cy="0"/>
        </a:xfrm>
      </p:grpSpPr>
      <p:sp>
        <p:nvSpPr>
          <p:cNvPr id="55" name="Google Shape;55;p3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ş" showMasterSp="0" type="blank">
  <p:cSld name="BLANK">
    <p:spTree>
      <p:nvGrpSpPr>
        <p:cNvPr id="59" name="Shape 59"/>
        <p:cNvGrpSpPr/>
        <p:nvPr/>
      </p:nvGrpSpPr>
      <p:grpSpPr>
        <a:xfrm>
          <a:off x="0" y="0"/>
          <a:ext cx="0" cy="0"/>
          <a:chOff x="0" y="0"/>
          <a:chExt cx="0" cy="0"/>
        </a:xfrm>
      </p:grpSpPr>
      <p:sp>
        <p:nvSpPr>
          <p:cNvPr id="60" name="Google Shape;60;p35"/>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5"/>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lı İçerik" showMasterSp="0" type="objTx">
  <p:cSld name="OBJECT_WITH_CAPTION_TEXT">
    <p:spTree>
      <p:nvGrpSpPr>
        <p:cNvPr id="65" name="Shape 65"/>
        <p:cNvGrpSpPr/>
        <p:nvPr/>
      </p:nvGrpSpPr>
      <p:grpSpPr>
        <a:xfrm>
          <a:off x="0" y="0"/>
          <a:ext cx="0" cy="0"/>
          <a:chOff x="0" y="0"/>
          <a:chExt cx="0" cy="0"/>
        </a:xfrm>
      </p:grpSpPr>
      <p:sp>
        <p:nvSpPr>
          <p:cNvPr id="66" name="Google Shape;66;p36"/>
          <p:cNvSpPr/>
          <p:nvPr/>
        </p:nvSpPr>
        <p:spPr>
          <a:xfrm>
            <a:off x="16" y="0"/>
            <a:ext cx="4050791"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6"/>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6"/>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36"/>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0" name="Google Shape;70;p36"/>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1" name="Google Shape;71;p36"/>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6"/>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050" u="none" cap="none" strike="noStrike">
                <a:solidFill>
                  <a:schemeClr val="dk2"/>
                </a:solidFill>
                <a:latin typeface="Calibri"/>
                <a:ea typeface="Calibri"/>
                <a:cs typeface="Calibri"/>
                <a:sym typeface="Calibri"/>
              </a:defRPr>
            </a:lvl1pPr>
            <a:lvl2pPr indent="0" lvl="1" marL="0" algn="r">
              <a:spcBef>
                <a:spcPts val="0"/>
              </a:spcBef>
              <a:buNone/>
              <a:defRPr b="0" i="0" sz="1050" u="none" cap="none" strike="noStrike">
                <a:solidFill>
                  <a:schemeClr val="dk2"/>
                </a:solidFill>
                <a:latin typeface="Calibri"/>
                <a:ea typeface="Calibri"/>
                <a:cs typeface="Calibri"/>
                <a:sym typeface="Calibri"/>
              </a:defRPr>
            </a:lvl2pPr>
            <a:lvl3pPr indent="0" lvl="2" marL="0" algn="r">
              <a:spcBef>
                <a:spcPts val="0"/>
              </a:spcBef>
              <a:buNone/>
              <a:defRPr b="0" i="0" sz="1050" u="none" cap="none" strike="noStrike">
                <a:solidFill>
                  <a:schemeClr val="dk2"/>
                </a:solidFill>
                <a:latin typeface="Calibri"/>
                <a:ea typeface="Calibri"/>
                <a:cs typeface="Calibri"/>
                <a:sym typeface="Calibri"/>
              </a:defRPr>
            </a:lvl3pPr>
            <a:lvl4pPr indent="0" lvl="3" marL="0" algn="r">
              <a:spcBef>
                <a:spcPts val="0"/>
              </a:spcBef>
              <a:buNone/>
              <a:defRPr b="0" i="0" sz="1050" u="none" cap="none" strike="noStrike">
                <a:solidFill>
                  <a:schemeClr val="dk2"/>
                </a:solidFill>
                <a:latin typeface="Calibri"/>
                <a:ea typeface="Calibri"/>
                <a:cs typeface="Calibri"/>
                <a:sym typeface="Calibri"/>
              </a:defRPr>
            </a:lvl4pPr>
            <a:lvl5pPr indent="0" lvl="4" marL="0" algn="r">
              <a:spcBef>
                <a:spcPts val="0"/>
              </a:spcBef>
              <a:buNone/>
              <a:defRPr b="0" i="0" sz="1050" u="none" cap="none" strike="noStrike">
                <a:solidFill>
                  <a:schemeClr val="dk2"/>
                </a:solidFill>
                <a:latin typeface="Calibri"/>
                <a:ea typeface="Calibri"/>
                <a:cs typeface="Calibri"/>
                <a:sym typeface="Calibri"/>
              </a:defRPr>
            </a:lvl5pPr>
            <a:lvl6pPr indent="0" lvl="5" marL="0" algn="r">
              <a:spcBef>
                <a:spcPts val="0"/>
              </a:spcBef>
              <a:buNone/>
              <a:defRPr b="0" i="0" sz="1050" u="none" cap="none" strike="noStrike">
                <a:solidFill>
                  <a:schemeClr val="dk2"/>
                </a:solidFill>
                <a:latin typeface="Calibri"/>
                <a:ea typeface="Calibri"/>
                <a:cs typeface="Calibri"/>
                <a:sym typeface="Calibri"/>
              </a:defRPr>
            </a:lvl6pPr>
            <a:lvl7pPr indent="0" lvl="6" marL="0" algn="r">
              <a:spcBef>
                <a:spcPts val="0"/>
              </a:spcBef>
              <a:buNone/>
              <a:defRPr b="0" i="0" sz="1050" u="none" cap="none" strike="noStrike">
                <a:solidFill>
                  <a:schemeClr val="dk2"/>
                </a:solidFill>
                <a:latin typeface="Calibri"/>
                <a:ea typeface="Calibri"/>
                <a:cs typeface="Calibri"/>
                <a:sym typeface="Calibri"/>
              </a:defRPr>
            </a:lvl7pPr>
            <a:lvl8pPr indent="0" lvl="7" marL="0" algn="r">
              <a:spcBef>
                <a:spcPts val="0"/>
              </a:spcBef>
              <a:buNone/>
              <a:defRPr b="0" i="0" sz="1050" u="none" cap="none" strike="noStrike">
                <a:solidFill>
                  <a:schemeClr val="dk2"/>
                </a:solidFill>
                <a:latin typeface="Calibri"/>
                <a:ea typeface="Calibri"/>
                <a:cs typeface="Calibri"/>
                <a:sym typeface="Calibri"/>
              </a:defRPr>
            </a:lvl8pPr>
            <a:lvl9pPr indent="0" lvl="8" marL="0" algn="r">
              <a:spcBef>
                <a:spcPts val="0"/>
              </a:spcBef>
              <a:buNone/>
              <a:defRPr b="0" i="0" sz="1050"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lı Resim" showMasterSp="0" type="picTx">
  <p:cSld name="PICTURE_WITH_CAPTION_TEXT">
    <p:spTree>
      <p:nvGrpSpPr>
        <p:cNvPr id="74" name="Shape 74"/>
        <p:cNvGrpSpPr/>
        <p:nvPr/>
      </p:nvGrpSpPr>
      <p:grpSpPr>
        <a:xfrm>
          <a:off x="0" y="0"/>
          <a:ext cx="0" cy="0"/>
          <a:chOff x="0" y="0"/>
          <a:chExt cx="0" cy="0"/>
        </a:xfrm>
      </p:grpSpPr>
      <p:sp>
        <p:nvSpPr>
          <p:cNvPr id="75" name="Google Shape;75;p37"/>
          <p:cNvSpPr/>
          <p:nvPr/>
        </p:nvSpPr>
        <p:spPr>
          <a:xfrm>
            <a:off x="0" y="4953000"/>
            <a:ext cx="12188825"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7"/>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7"/>
          <p:cNvSpPr txBox="1"/>
          <p:nvPr>
            <p:ph type="title"/>
          </p:nvPr>
        </p:nvSpPr>
        <p:spPr>
          <a:xfrm>
            <a:off x="1097280" y="5074920"/>
            <a:ext cx="10113264"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78" name="Google Shape;78;p37"/>
          <p:cNvPicPr preferRelativeResize="0"/>
          <p:nvPr>
            <p:ph idx="2" type="pic"/>
          </p:nvPr>
        </p:nvPicPr>
        <p:blipFill/>
        <p:spPr>
          <a:xfrm>
            <a:off x="15" y="0"/>
            <a:ext cx="12191985" cy="4915076"/>
          </a:xfrm>
          <a:prstGeom prst="rect">
            <a:avLst/>
          </a:prstGeom>
          <a:blipFill rotWithShape="1">
            <a:blip r:embed="rId2">
              <a:alphaModFix/>
            </a:blip>
            <a:stretch>
              <a:fillRect b="0" l="0" r="0" t="0"/>
            </a:stretch>
          </a:blipFill>
          <a:ln>
            <a:noFill/>
          </a:ln>
        </p:spPr>
      </p:pic>
      <p:sp>
        <p:nvSpPr>
          <p:cNvPr id="79" name="Google Shape;79;p37"/>
          <p:cNvSpPr txBox="1"/>
          <p:nvPr>
            <p:ph idx="1" type="body"/>
          </p:nvPr>
        </p:nvSpPr>
        <p:spPr>
          <a:xfrm>
            <a:off x="1097280" y="5907023"/>
            <a:ext cx="10113264"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0" name="Google Shape;80;p3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ve Dikey Metin" type="vertTx">
  <p:cSld name="VERTICAL_TEXT">
    <p:spTree>
      <p:nvGrpSpPr>
        <p:cNvPr id="83" name="Shape 83"/>
        <p:cNvGrpSpPr/>
        <p:nvPr/>
      </p:nvGrpSpPr>
      <p:grpSpPr>
        <a:xfrm>
          <a:off x="0" y="0"/>
          <a:ext cx="0" cy="0"/>
          <a:chOff x="0" y="0"/>
          <a:chExt cx="0" cy="0"/>
        </a:xfrm>
      </p:grpSpPr>
      <p:sp>
        <p:nvSpPr>
          <p:cNvPr id="84" name="Google Shape;84;p3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38"/>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6" name="Google Shape;86;p3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3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key Başlık ve Metin" showMasterSp="0" type="vertTitleAndTx">
  <p:cSld name="VERTICAL_TITLE_AND_VERTICAL_TEXT">
    <p:spTree>
      <p:nvGrpSpPr>
        <p:cNvPr id="89" name="Shape 89"/>
        <p:cNvGrpSpPr/>
        <p:nvPr/>
      </p:nvGrpSpPr>
      <p:grpSpPr>
        <a:xfrm>
          <a:off x="0" y="0"/>
          <a:ext cx="0" cy="0"/>
          <a:chOff x="0" y="0"/>
          <a:chExt cx="0" cy="0"/>
        </a:xfrm>
      </p:grpSpPr>
      <p:sp>
        <p:nvSpPr>
          <p:cNvPr id="90" name="Google Shape;90;p39"/>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9"/>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9"/>
          <p:cNvSpPr txBox="1"/>
          <p:nvPr>
            <p:ph type="title"/>
          </p:nvPr>
        </p:nvSpPr>
        <p:spPr>
          <a:xfrm rot="5400000">
            <a:off x="7160640" y="1979039"/>
            <a:ext cx="5757421"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39"/>
          <p:cNvSpPr txBox="1"/>
          <p:nvPr>
            <p:ph idx="1" type="body"/>
          </p:nvPr>
        </p:nvSpPr>
        <p:spPr>
          <a:xfrm rot="5400000">
            <a:off x="1826639" y="-573661"/>
            <a:ext cx="5757422"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4" name="Google Shape;94;p39"/>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3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8"/>
          <p:cNvSpPr/>
          <p:nvPr/>
        </p:nvSpPr>
        <p:spPr>
          <a:xfrm>
            <a:off x="1" y="6400800"/>
            <a:ext cx="121920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 name="Google Shape;7;p28"/>
          <p:cNvSpPr/>
          <p:nvPr/>
        </p:nvSpPr>
        <p:spPr>
          <a:xfrm>
            <a:off x="0" y="6334316"/>
            <a:ext cx="12192001" cy="659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2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2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0" name="Google Shape;10;p2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 name="Google Shape;11;p2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 name="Google Shape;12;p2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rgbClr val="FFFFFF"/>
                </a:solidFill>
                <a:latin typeface="Calibri"/>
                <a:ea typeface="Calibri"/>
                <a:cs typeface="Calibri"/>
                <a:sym typeface="Calibri"/>
              </a:defRPr>
            </a:lvl1pPr>
            <a:lvl2pPr indent="0" lvl="1" marL="0" marR="0" rtl="0" algn="r">
              <a:spcBef>
                <a:spcPts val="0"/>
              </a:spcBef>
              <a:buNone/>
              <a:defRPr b="0" i="0" sz="1050" u="none" cap="none" strike="noStrike">
                <a:solidFill>
                  <a:srgbClr val="FFFFFF"/>
                </a:solidFill>
                <a:latin typeface="Calibri"/>
                <a:ea typeface="Calibri"/>
                <a:cs typeface="Calibri"/>
                <a:sym typeface="Calibri"/>
              </a:defRPr>
            </a:lvl2pPr>
            <a:lvl3pPr indent="0" lvl="2" marL="0" marR="0" rtl="0" algn="r">
              <a:spcBef>
                <a:spcPts val="0"/>
              </a:spcBef>
              <a:buNone/>
              <a:defRPr b="0" i="0" sz="1050" u="none" cap="none" strike="noStrike">
                <a:solidFill>
                  <a:srgbClr val="FFFFFF"/>
                </a:solidFill>
                <a:latin typeface="Calibri"/>
                <a:ea typeface="Calibri"/>
                <a:cs typeface="Calibri"/>
                <a:sym typeface="Calibri"/>
              </a:defRPr>
            </a:lvl3pPr>
            <a:lvl4pPr indent="0" lvl="3" marL="0" marR="0" rtl="0" algn="r">
              <a:spcBef>
                <a:spcPts val="0"/>
              </a:spcBef>
              <a:buNone/>
              <a:defRPr b="0" i="0" sz="1050" u="none" cap="none" strike="noStrike">
                <a:solidFill>
                  <a:srgbClr val="FFFFFF"/>
                </a:solidFill>
                <a:latin typeface="Calibri"/>
                <a:ea typeface="Calibri"/>
                <a:cs typeface="Calibri"/>
                <a:sym typeface="Calibri"/>
              </a:defRPr>
            </a:lvl4pPr>
            <a:lvl5pPr indent="0" lvl="4" marL="0" marR="0" rtl="0" algn="r">
              <a:spcBef>
                <a:spcPts val="0"/>
              </a:spcBef>
              <a:buNone/>
              <a:defRPr b="0" i="0" sz="1050" u="none" cap="none" strike="noStrike">
                <a:solidFill>
                  <a:srgbClr val="FFFFFF"/>
                </a:solidFill>
                <a:latin typeface="Calibri"/>
                <a:ea typeface="Calibri"/>
                <a:cs typeface="Calibri"/>
                <a:sym typeface="Calibri"/>
              </a:defRPr>
            </a:lvl5pPr>
            <a:lvl6pPr indent="0" lvl="5" marL="0" marR="0" rtl="0" algn="r">
              <a:spcBef>
                <a:spcPts val="0"/>
              </a:spcBef>
              <a:buNone/>
              <a:defRPr b="0" i="0" sz="1050" u="none" cap="none" strike="noStrike">
                <a:solidFill>
                  <a:srgbClr val="FFFFFF"/>
                </a:solidFill>
                <a:latin typeface="Calibri"/>
                <a:ea typeface="Calibri"/>
                <a:cs typeface="Calibri"/>
                <a:sym typeface="Calibri"/>
              </a:defRPr>
            </a:lvl6pPr>
            <a:lvl7pPr indent="0" lvl="6" marL="0" marR="0" rtl="0" algn="r">
              <a:spcBef>
                <a:spcPts val="0"/>
              </a:spcBef>
              <a:buNone/>
              <a:defRPr b="0" i="0" sz="1050" u="none" cap="none" strike="noStrike">
                <a:solidFill>
                  <a:srgbClr val="FFFFFF"/>
                </a:solidFill>
                <a:latin typeface="Calibri"/>
                <a:ea typeface="Calibri"/>
                <a:cs typeface="Calibri"/>
                <a:sym typeface="Calibri"/>
              </a:defRPr>
            </a:lvl7pPr>
            <a:lvl8pPr indent="0" lvl="7" marL="0" marR="0" rtl="0" algn="r">
              <a:spcBef>
                <a:spcPts val="0"/>
              </a:spcBef>
              <a:buNone/>
              <a:defRPr b="0" i="0" sz="1050" u="none" cap="none" strike="noStrike">
                <a:solidFill>
                  <a:srgbClr val="FFFFFF"/>
                </a:solidFill>
                <a:latin typeface="Calibri"/>
                <a:ea typeface="Calibri"/>
                <a:cs typeface="Calibri"/>
                <a:sym typeface="Calibri"/>
              </a:defRPr>
            </a:lvl8pPr>
            <a:lvl9pPr indent="0" lvl="8" marL="0" marR="0" rtl="0" algn="r">
              <a:spcBef>
                <a:spcPts val="0"/>
              </a:spcBef>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tr-TR"/>
              <a:t>‹#›</a:t>
            </a:fld>
            <a:endParaRPr/>
          </a:p>
        </p:txBody>
      </p:sp>
      <p:cxnSp>
        <p:nvCxnSpPr>
          <p:cNvPr id="13" name="Google Shape;13;p28"/>
          <p:cNvCxnSpPr/>
          <p:nvPr/>
        </p:nvCxnSpPr>
        <p:spPr>
          <a:xfrm>
            <a:off x="1193532" y="1737845"/>
            <a:ext cx="996696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262626"/>
              </a:buClr>
              <a:buSzPts val="8000"/>
              <a:buFont typeface="Calibri"/>
              <a:buNone/>
            </a:pPr>
            <a:r>
              <a:rPr lang="tr-TR"/>
              <a:t>STM32 ile Bootloader Tasarımı(STM32F446RE)</a:t>
            </a:r>
            <a:endParaRPr/>
          </a:p>
        </p:txBody>
      </p:sp>
      <p:sp>
        <p:nvSpPr>
          <p:cNvPr id="102" name="Google Shape;102;p1"/>
          <p:cNvSpPr txBox="1"/>
          <p:nvPr>
            <p:ph idx="1" type="subTitle"/>
          </p:nvPr>
        </p:nvSpPr>
        <p:spPr>
          <a:xfrm>
            <a:off x="1100051" y="4455620"/>
            <a:ext cx="1005840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rPr lang="tr-TR"/>
              <a:t>HAZIRLAYAN: ARİF MANDAL</a:t>
            </a:r>
            <a:endParaRPr/>
          </a:p>
        </p:txBody>
      </p:sp>
      <p:pic>
        <p:nvPicPr>
          <p:cNvPr id="103" name="Google Shape;103;p1"/>
          <p:cNvPicPr preferRelativeResize="0"/>
          <p:nvPr/>
        </p:nvPicPr>
        <p:blipFill rotWithShape="1">
          <a:blip r:embed="rId3">
            <a:alphaModFix/>
          </a:blip>
          <a:srcRect b="0" l="0" r="0" t="0"/>
          <a:stretch/>
        </p:blipFill>
        <p:spPr>
          <a:xfrm>
            <a:off x="8649804" y="4455620"/>
            <a:ext cx="2505876" cy="167058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tr-TR"/>
              <a:t>Bootloader(Önyükleyici) Nedir?</a:t>
            </a:r>
            <a:endParaRPr/>
          </a:p>
        </p:txBody>
      </p:sp>
      <p:sp>
        <p:nvSpPr>
          <p:cNvPr id="109" name="Google Shape;109;p2"/>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b="1" lang="tr-TR"/>
              <a:t>Bootloader, </a:t>
            </a:r>
            <a:r>
              <a:rPr lang="tr-TR"/>
              <a:t>bir mikrodenetleyici veya işlemci sisteminde ana uygulama kodunu başlatmadan önce çalışan özel bir programdır. İsmi "önyükleyici" olarak da çevrilebilir ve temel amacı, sistem açıldıktan sonra ana programı belleğe yüklemek ve çalıştırmaktır.</a:t>
            </a:r>
            <a:endParaRPr/>
          </a:p>
        </p:txBody>
      </p:sp>
      <p:pic>
        <p:nvPicPr>
          <p:cNvPr id="110" name="Google Shape;110;p2"/>
          <p:cNvPicPr preferRelativeResize="0"/>
          <p:nvPr/>
        </p:nvPicPr>
        <p:blipFill rotWithShape="1">
          <a:blip r:embed="rId3">
            <a:alphaModFix/>
          </a:blip>
          <a:srcRect b="0" l="0" r="0" t="0"/>
          <a:stretch/>
        </p:blipFill>
        <p:spPr>
          <a:xfrm>
            <a:off x="6096000" y="2872720"/>
            <a:ext cx="4276508" cy="285535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tr-TR"/>
              <a:t>Bootloader'ın Temel Yapısı</a:t>
            </a:r>
            <a:endParaRPr/>
          </a:p>
        </p:txBody>
      </p:sp>
      <p:pic>
        <p:nvPicPr>
          <p:cNvPr id="116" name="Google Shape;116;p3"/>
          <p:cNvPicPr preferRelativeResize="0"/>
          <p:nvPr>
            <p:ph idx="1" type="body"/>
          </p:nvPr>
        </p:nvPicPr>
        <p:blipFill rotWithShape="1">
          <a:blip r:embed="rId3">
            <a:alphaModFix/>
          </a:blip>
          <a:srcRect b="0" l="0" r="0" t="0"/>
          <a:stretch/>
        </p:blipFill>
        <p:spPr>
          <a:xfrm>
            <a:off x="4472523" y="1911864"/>
            <a:ext cx="3246954" cy="445909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tr-TR"/>
              <a:t>Bootloader'ın Temel Yapısı</a:t>
            </a:r>
            <a:endParaRPr/>
          </a:p>
        </p:txBody>
      </p:sp>
      <p:sp>
        <p:nvSpPr>
          <p:cNvPr id="122" name="Google Shape;122;p4"/>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Noto Sans Symbols"/>
              <a:buChar char="⮚"/>
            </a:pPr>
            <a:r>
              <a:rPr b="1" lang="tr-TR"/>
              <a:t>Başlatma Kodu: </a:t>
            </a:r>
            <a:r>
              <a:rPr lang="tr-TR"/>
              <a:t>Sistem kaynaklarını (saat, bellek, çevre birimleri) yapılandırır.</a:t>
            </a:r>
            <a:endParaRPr/>
          </a:p>
          <a:p>
            <a:pPr indent="-127000" lvl="0" marL="91440" rtl="0" algn="l">
              <a:lnSpc>
                <a:spcPct val="90000"/>
              </a:lnSpc>
              <a:spcBef>
                <a:spcPts val="1400"/>
              </a:spcBef>
              <a:spcAft>
                <a:spcPts val="0"/>
              </a:spcAft>
              <a:buSzPts val="2000"/>
              <a:buFont typeface="Noto Sans Symbols"/>
              <a:buChar char="⮚"/>
            </a:pPr>
            <a:r>
              <a:rPr b="1" lang="tr-TR"/>
              <a:t>Karar Mekanizması: </a:t>
            </a:r>
            <a:r>
              <a:rPr lang="tr-TR"/>
              <a:t>Ana uygulamaya geçiş yapılacak mı yoksa güncelleme modu başlatılacak mı karar verir.</a:t>
            </a:r>
            <a:endParaRPr/>
          </a:p>
          <a:p>
            <a:pPr indent="-127000" lvl="0" marL="91440" rtl="0" algn="l">
              <a:lnSpc>
                <a:spcPct val="90000"/>
              </a:lnSpc>
              <a:spcBef>
                <a:spcPts val="1400"/>
              </a:spcBef>
              <a:spcAft>
                <a:spcPts val="0"/>
              </a:spcAft>
              <a:buSzPts val="2000"/>
              <a:buFont typeface="Noto Sans Symbols"/>
              <a:buChar char="⮚"/>
            </a:pPr>
            <a:r>
              <a:rPr b="1" lang="tr-TR"/>
              <a:t>İletişim Protokolü: </a:t>
            </a:r>
            <a:r>
              <a:rPr lang="tr-TR"/>
              <a:t>Harici bir cihazla iletişim kurarak yeni firmware'i alır. (UART, USB, CAN, Ethernet vb.)</a:t>
            </a:r>
            <a:endParaRPr/>
          </a:p>
          <a:p>
            <a:pPr indent="-127000" lvl="0" marL="91440" rtl="0" algn="l">
              <a:lnSpc>
                <a:spcPct val="90000"/>
              </a:lnSpc>
              <a:spcBef>
                <a:spcPts val="1400"/>
              </a:spcBef>
              <a:spcAft>
                <a:spcPts val="0"/>
              </a:spcAft>
              <a:buSzPts val="2000"/>
              <a:buFont typeface="Noto Sans Symbols"/>
              <a:buChar char="⮚"/>
            </a:pPr>
            <a:r>
              <a:rPr b="1" lang="tr-TR"/>
              <a:t>Flash Yazma Rutinleri: </a:t>
            </a:r>
            <a:r>
              <a:rPr lang="tr-TR"/>
              <a:t>Alınan yeni firmware'i doğrular ve flash belleğe yazar.</a:t>
            </a:r>
            <a:endParaRPr/>
          </a:p>
          <a:p>
            <a:pPr indent="-127000" lvl="0" marL="91440" rtl="0" algn="l">
              <a:lnSpc>
                <a:spcPct val="90000"/>
              </a:lnSpc>
              <a:spcBef>
                <a:spcPts val="1400"/>
              </a:spcBef>
              <a:spcAft>
                <a:spcPts val="0"/>
              </a:spcAft>
              <a:buSzPts val="2000"/>
              <a:buFont typeface="Noto Sans Symbols"/>
              <a:buChar char="⮚"/>
            </a:pPr>
            <a:r>
              <a:rPr b="1" lang="tr-TR"/>
              <a:t>Atlama Rutini: </a:t>
            </a:r>
            <a:r>
              <a:rPr lang="tr-TR"/>
              <a:t>Ana uygulamayı başlatmak için belirli bir adrese atlar.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tr-TR"/>
              <a:t>Neden Bootloader Kullanırız?</a:t>
            </a:r>
            <a:endParaRPr/>
          </a:p>
        </p:txBody>
      </p:sp>
      <p:sp>
        <p:nvSpPr>
          <p:cNvPr id="128" name="Google Shape;128;p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Noto Sans Symbols"/>
              <a:buChar char="⮚"/>
            </a:pPr>
            <a:r>
              <a:rPr b="1" lang="tr-TR"/>
              <a:t>Uzaktan Firmware Güncelleme (OTA): </a:t>
            </a:r>
            <a:r>
              <a:rPr lang="tr-TR"/>
              <a:t>Cihazın sahada fiziksel müdahale olmadan güncellenebilmesini sağlar.</a:t>
            </a:r>
            <a:endParaRPr/>
          </a:p>
          <a:p>
            <a:pPr indent="-127000" lvl="0" marL="91440" rtl="0" algn="l">
              <a:lnSpc>
                <a:spcPct val="90000"/>
              </a:lnSpc>
              <a:spcBef>
                <a:spcPts val="1400"/>
              </a:spcBef>
              <a:spcAft>
                <a:spcPts val="0"/>
              </a:spcAft>
              <a:buSzPts val="2000"/>
              <a:buFont typeface="Noto Sans Symbols"/>
              <a:buChar char="⮚"/>
            </a:pPr>
            <a:r>
              <a:rPr b="1" lang="tr-TR"/>
              <a:t>Üretim Programlama: </a:t>
            </a:r>
            <a:r>
              <a:rPr lang="tr-TR"/>
              <a:t>Üretim hattında seri programlama için verimli bir yöntem sunar.</a:t>
            </a:r>
            <a:endParaRPr/>
          </a:p>
          <a:p>
            <a:pPr indent="-127000" lvl="0" marL="91440" rtl="0" algn="l">
              <a:lnSpc>
                <a:spcPct val="90000"/>
              </a:lnSpc>
              <a:spcBef>
                <a:spcPts val="1400"/>
              </a:spcBef>
              <a:spcAft>
                <a:spcPts val="0"/>
              </a:spcAft>
              <a:buSzPts val="2000"/>
              <a:buFont typeface="Noto Sans Symbols"/>
              <a:buChar char="⮚"/>
            </a:pPr>
            <a:r>
              <a:rPr b="1" lang="tr-TR"/>
              <a:t>Fabrika Ayarlarına Dönüş: </a:t>
            </a:r>
            <a:r>
              <a:rPr lang="tr-TR"/>
              <a:t>Sorunlu firmware durumunda cihazın güvenli bir şekilde kurtarılmasını sağlar.</a:t>
            </a:r>
            <a:endParaRPr/>
          </a:p>
          <a:p>
            <a:pPr indent="-127000" lvl="0" marL="91440" rtl="0" algn="l">
              <a:lnSpc>
                <a:spcPct val="90000"/>
              </a:lnSpc>
              <a:spcBef>
                <a:spcPts val="1400"/>
              </a:spcBef>
              <a:spcAft>
                <a:spcPts val="0"/>
              </a:spcAft>
              <a:buSzPts val="2000"/>
              <a:buFont typeface="Noto Sans Symbols"/>
              <a:buChar char="⮚"/>
            </a:pPr>
            <a:r>
              <a:rPr b="1" lang="tr-TR"/>
              <a:t>Self-Test ve Doğrulama: </a:t>
            </a:r>
            <a:r>
              <a:rPr lang="tr-TR"/>
              <a:t>Uygulama başlatılmadan önce sistem doğruluğunu kontrol eder.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tr-TR"/>
              <a:t>Bootloader'ın Kullanıldığı Yerler</a:t>
            </a:r>
            <a:endParaRPr/>
          </a:p>
        </p:txBody>
      </p:sp>
      <p:sp>
        <p:nvSpPr>
          <p:cNvPr id="134" name="Google Shape;134;p6"/>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Noto Sans Symbols"/>
              <a:buChar char="⮚"/>
            </a:pPr>
            <a:r>
              <a:rPr b="1" lang="tr-TR"/>
              <a:t>Endüstriyel Kontrol Sistemleri: </a:t>
            </a:r>
            <a:r>
              <a:rPr lang="tr-TR"/>
              <a:t>Sahada servis gerektirmeden güncelleme imkanı.</a:t>
            </a:r>
            <a:endParaRPr/>
          </a:p>
          <a:p>
            <a:pPr indent="-127000" lvl="0" marL="91440" rtl="0" algn="l">
              <a:lnSpc>
                <a:spcPct val="90000"/>
              </a:lnSpc>
              <a:spcBef>
                <a:spcPts val="1400"/>
              </a:spcBef>
              <a:spcAft>
                <a:spcPts val="0"/>
              </a:spcAft>
              <a:buSzPts val="2000"/>
              <a:buFont typeface="Noto Sans Symbols"/>
              <a:buChar char="⮚"/>
            </a:pPr>
            <a:r>
              <a:rPr b="1" lang="tr-TR"/>
              <a:t>IoT Cihazları: </a:t>
            </a:r>
            <a:r>
              <a:rPr lang="tr-TR"/>
              <a:t>Uzak konumlardaki cihazların ağ üzerinden güncellenmesi.</a:t>
            </a:r>
            <a:endParaRPr/>
          </a:p>
          <a:p>
            <a:pPr indent="-127000" lvl="0" marL="91440" rtl="0" algn="l">
              <a:lnSpc>
                <a:spcPct val="90000"/>
              </a:lnSpc>
              <a:spcBef>
                <a:spcPts val="1400"/>
              </a:spcBef>
              <a:spcAft>
                <a:spcPts val="0"/>
              </a:spcAft>
              <a:buSzPts val="2000"/>
              <a:buFont typeface="Noto Sans Symbols"/>
              <a:buChar char="⮚"/>
            </a:pPr>
            <a:r>
              <a:rPr b="1" lang="tr-TR"/>
              <a:t>Medikal Cihazlar: </a:t>
            </a:r>
            <a:r>
              <a:rPr lang="tr-TR"/>
              <a:t>Kritik yazılım güncellemeleri ve sertifikasyon gereksinimleri.</a:t>
            </a:r>
            <a:endParaRPr/>
          </a:p>
          <a:p>
            <a:pPr indent="-127000" lvl="0" marL="91440" rtl="0" algn="l">
              <a:lnSpc>
                <a:spcPct val="90000"/>
              </a:lnSpc>
              <a:spcBef>
                <a:spcPts val="1400"/>
              </a:spcBef>
              <a:spcAft>
                <a:spcPts val="0"/>
              </a:spcAft>
              <a:buSzPts val="2000"/>
              <a:buFont typeface="Noto Sans Symbols"/>
              <a:buChar char="⮚"/>
            </a:pPr>
            <a:r>
              <a:rPr b="1" lang="tr-TR"/>
              <a:t>Otomotiv Sistemleri: </a:t>
            </a:r>
            <a:r>
              <a:rPr lang="tr-TR"/>
              <a:t>ECU ve kontrol modüllerinin güncellenmesi.</a:t>
            </a:r>
            <a:endParaRPr/>
          </a:p>
          <a:p>
            <a:pPr indent="-127000" lvl="0" marL="91440" rtl="0" algn="l">
              <a:lnSpc>
                <a:spcPct val="90000"/>
              </a:lnSpc>
              <a:spcBef>
                <a:spcPts val="1400"/>
              </a:spcBef>
              <a:spcAft>
                <a:spcPts val="0"/>
              </a:spcAft>
              <a:buSzPts val="2000"/>
              <a:buFont typeface="Noto Sans Symbols"/>
              <a:buChar char="⮚"/>
            </a:pPr>
            <a:r>
              <a:rPr b="1" lang="tr-TR"/>
              <a:t>Tüketici Elektroniği: </a:t>
            </a:r>
            <a:r>
              <a:rPr lang="tr-TR"/>
              <a:t>Son kullanıcı cihazlarında yazılım güncellemeleri.</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tr-TR"/>
              <a:t>STM32 Bootloader Configuration</a:t>
            </a:r>
            <a:endParaRPr/>
          </a:p>
        </p:txBody>
      </p:sp>
      <p:pic>
        <p:nvPicPr>
          <p:cNvPr id="140" name="Google Shape;140;p7"/>
          <p:cNvPicPr preferRelativeResize="0"/>
          <p:nvPr>
            <p:ph idx="1" type="body"/>
          </p:nvPr>
        </p:nvPicPr>
        <p:blipFill rotWithShape="1">
          <a:blip r:embed="rId3">
            <a:alphaModFix/>
          </a:blip>
          <a:srcRect b="0" l="0" r="0" t="0"/>
          <a:stretch/>
        </p:blipFill>
        <p:spPr>
          <a:xfrm>
            <a:off x="1201665" y="2430144"/>
            <a:ext cx="10058400" cy="281308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tr-TR"/>
              <a:t>Memory Map(STM32F446RE)</a:t>
            </a:r>
            <a:endParaRPr/>
          </a:p>
        </p:txBody>
      </p:sp>
      <p:pic>
        <p:nvPicPr>
          <p:cNvPr id="146" name="Google Shape;146;p8"/>
          <p:cNvPicPr preferRelativeResize="0"/>
          <p:nvPr>
            <p:ph idx="1" type="body"/>
          </p:nvPr>
        </p:nvPicPr>
        <p:blipFill rotWithShape="1">
          <a:blip r:embed="rId3">
            <a:alphaModFix/>
          </a:blip>
          <a:srcRect b="0" l="0" r="0" t="0"/>
          <a:stretch/>
        </p:blipFill>
        <p:spPr>
          <a:xfrm>
            <a:off x="3566958" y="1737360"/>
            <a:ext cx="4400683" cy="512064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tr-TR"/>
              <a:t>Flash Memory Map(STM32F446RE)</a:t>
            </a:r>
            <a:endParaRPr/>
          </a:p>
        </p:txBody>
      </p:sp>
      <p:pic>
        <p:nvPicPr>
          <p:cNvPr id="152" name="Google Shape;152;p9"/>
          <p:cNvPicPr preferRelativeResize="0"/>
          <p:nvPr>
            <p:ph idx="1" type="body"/>
          </p:nvPr>
        </p:nvPicPr>
        <p:blipFill rotWithShape="1">
          <a:blip r:embed="rId3">
            <a:alphaModFix/>
          </a:blip>
          <a:srcRect b="0" l="0" r="0" t="0"/>
          <a:stretch/>
        </p:blipFill>
        <p:spPr>
          <a:xfrm>
            <a:off x="2216782" y="1839284"/>
            <a:ext cx="8003905" cy="447775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tr-TR"/>
              <a:t>Sistem Bootloader (ROM Bootloader)</a:t>
            </a:r>
            <a:endParaRPr/>
          </a:p>
        </p:txBody>
      </p:sp>
      <p:sp>
        <p:nvSpPr>
          <p:cNvPr id="158" name="Google Shape;158;p10"/>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Noto Sans Symbols"/>
              <a:buChar char="⮚"/>
            </a:pPr>
            <a:r>
              <a:rPr lang="tr-TR"/>
              <a:t>STM32 çiplerinde fabrika çıkışı olarak gömülü gelen, ROM belleğe yerleştirilmiş bootloader'dır. Bu bootloader silinmez, değiştirilemez ve çipin bir parçasıdır.</a:t>
            </a:r>
            <a:endParaRPr/>
          </a:p>
          <a:p>
            <a:pPr indent="-127000" lvl="0" marL="91440" rtl="0" algn="l">
              <a:lnSpc>
                <a:spcPct val="90000"/>
              </a:lnSpc>
              <a:spcBef>
                <a:spcPts val="1400"/>
              </a:spcBef>
              <a:spcAft>
                <a:spcPts val="0"/>
              </a:spcAft>
              <a:buSzPts val="2000"/>
              <a:buFont typeface="Noto Sans Symbols"/>
              <a:buChar char="⮚"/>
            </a:pPr>
            <a:r>
              <a:rPr lang="tr-TR"/>
              <a:t>Sistem belleğinde (0x1FFF0000) bulunur.</a:t>
            </a:r>
            <a:endParaRPr/>
          </a:p>
          <a:p>
            <a:pPr indent="-127000" lvl="0" marL="91440" rtl="0" algn="l">
              <a:lnSpc>
                <a:spcPct val="90000"/>
              </a:lnSpc>
              <a:spcBef>
                <a:spcPts val="1400"/>
              </a:spcBef>
              <a:spcAft>
                <a:spcPts val="0"/>
              </a:spcAft>
              <a:buSzPts val="2000"/>
              <a:buFont typeface="Noto Sans Symbols"/>
              <a:buChar char="⮚"/>
            </a:pPr>
            <a:r>
              <a:rPr lang="tr-TR"/>
              <a:t>BOOT0 pini '1' ve BOOT1 pini '0' olduğunda aktifleşir.</a:t>
            </a:r>
            <a:endParaRPr/>
          </a:p>
          <a:p>
            <a:pPr indent="-127000" lvl="0" marL="91440" rtl="0" algn="l">
              <a:lnSpc>
                <a:spcPct val="90000"/>
              </a:lnSpc>
              <a:spcBef>
                <a:spcPts val="1400"/>
              </a:spcBef>
              <a:spcAft>
                <a:spcPts val="0"/>
              </a:spcAft>
              <a:buSzPts val="2000"/>
              <a:buFont typeface="Noto Sans Symbols"/>
              <a:buChar char="⮚"/>
            </a:pPr>
            <a:r>
              <a:rPr lang="tr-TR"/>
              <a:t>Her STM32'de mevcuttur, ekstra kod gerektirmez.</a:t>
            </a:r>
            <a:endParaRPr/>
          </a:p>
          <a:p>
            <a:pPr indent="-127000" lvl="0" marL="91440" rtl="0" algn="l">
              <a:lnSpc>
                <a:spcPct val="90000"/>
              </a:lnSpc>
              <a:spcBef>
                <a:spcPts val="1400"/>
              </a:spcBef>
              <a:spcAft>
                <a:spcPts val="0"/>
              </a:spcAft>
              <a:buSzPts val="2000"/>
              <a:buFont typeface="Noto Sans Symbols"/>
              <a:buChar char="⮚"/>
            </a:pPr>
            <a:r>
              <a:rPr lang="tr-TR"/>
              <a:t>Özelleştirilemez.</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tr-TR"/>
              <a:t>Kullanıcı Bootloader (User Bootloader)</a:t>
            </a:r>
            <a:endParaRPr/>
          </a:p>
        </p:txBody>
      </p:sp>
      <p:sp>
        <p:nvSpPr>
          <p:cNvPr id="164" name="Google Shape;164;p11"/>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Noto Sans Symbols"/>
              <a:buChar char="⮚"/>
            </a:pPr>
            <a:r>
              <a:rPr lang="tr-TR"/>
              <a:t>Kullanıcı tarafından geliştirilen ve flash belleğin kullanıcı bölümüne programlanan özel bootloader'dır. </a:t>
            </a:r>
            <a:endParaRPr/>
          </a:p>
          <a:p>
            <a:pPr indent="-127000" lvl="0" marL="91440" rtl="0" algn="l">
              <a:lnSpc>
                <a:spcPct val="90000"/>
              </a:lnSpc>
              <a:spcBef>
                <a:spcPts val="1400"/>
              </a:spcBef>
              <a:spcAft>
                <a:spcPts val="0"/>
              </a:spcAft>
              <a:buSzPts val="2000"/>
              <a:buFont typeface="Noto Sans Symbols"/>
              <a:buChar char="⮚"/>
            </a:pPr>
            <a:r>
              <a:rPr lang="tr-TR"/>
              <a:t>Genellikle flash belleğin başlangıcında (0x08000000) yer alır.</a:t>
            </a:r>
            <a:endParaRPr/>
          </a:p>
          <a:p>
            <a:pPr indent="-127000" lvl="0" marL="91440" rtl="0" algn="l">
              <a:lnSpc>
                <a:spcPct val="90000"/>
              </a:lnSpc>
              <a:spcBef>
                <a:spcPts val="1400"/>
              </a:spcBef>
              <a:spcAft>
                <a:spcPts val="0"/>
              </a:spcAft>
              <a:buSzPts val="2000"/>
              <a:buFont typeface="Noto Sans Symbols"/>
              <a:buChar char="⮚"/>
            </a:pPr>
            <a:r>
              <a:rPr lang="tr-TR"/>
              <a:t>Ana uygulama, belleğin daha yüksek bir adresine yerleştirilir.</a:t>
            </a:r>
            <a:endParaRPr/>
          </a:p>
          <a:p>
            <a:pPr indent="-127000" lvl="0" marL="91440" rtl="0" algn="l">
              <a:lnSpc>
                <a:spcPct val="90000"/>
              </a:lnSpc>
              <a:spcBef>
                <a:spcPts val="1400"/>
              </a:spcBef>
              <a:spcAft>
                <a:spcPts val="0"/>
              </a:spcAft>
              <a:buSzPts val="2000"/>
              <a:buFont typeface="Noto Sans Symbols"/>
              <a:buChar char="⮚"/>
            </a:pPr>
            <a:r>
              <a:rPr lang="tr-TR"/>
              <a:t>Tamamen özelleştirilebilir protokol ve algoritmalara sahiptir.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tr-TR"/>
              <a:t>Sistem Bootloader vs. Kullanıcı Bootloader</a:t>
            </a:r>
            <a:endParaRPr/>
          </a:p>
        </p:txBody>
      </p:sp>
      <p:pic>
        <p:nvPicPr>
          <p:cNvPr id="170" name="Google Shape;170;p12"/>
          <p:cNvPicPr preferRelativeResize="0"/>
          <p:nvPr>
            <p:ph idx="1" type="body"/>
          </p:nvPr>
        </p:nvPicPr>
        <p:blipFill rotWithShape="1">
          <a:blip r:embed="rId3">
            <a:alphaModFix/>
          </a:blip>
          <a:srcRect b="0" l="0" r="0" t="0"/>
          <a:stretch/>
        </p:blipFill>
        <p:spPr>
          <a:xfrm>
            <a:off x="1136980" y="1846263"/>
            <a:ext cx="9978366" cy="40227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tr-TR"/>
              <a:t>Bootloader Tasarım İlkeleri</a:t>
            </a:r>
            <a:endParaRPr/>
          </a:p>
        </p:txBody>
      </p:sp>
      <p:sp>
        <p:nvSpPr>
          <p:cNvPr id="176" name="Google Shape;176;p13"/>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lnSpcReduction="10000"/>
          </a:bodyPr>
          <a:lstStyle/>
          <a:p>
            <a:pPr indent="-127000" lvl="0" marL="91440" rtl="0" algn="l">
              <a:lnSpc>
                <a:spcPct val="90000"/>
              </a:lnSpc>
              <a:spcBef>
                <a:spcPts val="0"/>
              </a:spcBef>
              <a:spcAft>
                <a:spcPts val="0"/>
              </a:spcAft>
              <a:buSzPts val="2000"/>
              <a:buFont typeface="Noto Sans Symbols"/>
              <a:buChar char="⮚"/>
            </a:pPr>
            <a:r>
              <a:rPr lang="tr-TR"/>
              <a:t> Bellek Bölümleme</a:t>
            </a:r>
            <a:endParaRPr/>
          </a:p>
          <a:p>
            <a:pPr indent="-127000" lvl="0" marL="91440" rtl="0" algn="l">
              <a:lnSpc>
                <a:spcPct val="90000"/>
              </a:lnSpc>
              <a:spcBef>
                <a:spcPts val="1400"/>
              </a:spcBef>
              <a:spcAft>
                <a:spcPts val="0"/>
              </a:spcAft>
              <a:buSzPts val="2000"/>
              <a:buFont typeface="Noto Sans Symbols"/>
              <a:buChar char="⮚"/>
            </a:pPr>
            <a:r>
              <a:rPr lang="tr-TR"/>
              <a:t> Vektör Tablosunun Yönetimi</a:t>
            </a:r>
            <a:endParaRPr/>
          </a:p>
          <a:p>
            <a:pPr indent="-127000" lvl="0" marL="91440" rtl="0" algn="l">
              <a:lnSpc>
                <a:spcPct val="90000"/>
              </a:lnSpc>
              <a:spcBef>
                <a:spcPts val="1400"/>
              </a:spcBef>
              <a:spcAft>
                <a:spcPts val="0"/>
              </a:spcAft>
              <a:buSzPts val="2000"/>
              <a:buFont typeface="Noto Sans Symbols"/>
              <a:buChar char="⮚"/>
            </a:pPr>
            <a:r>
              <a:rPr lang="tr-TR"/>
              <a:t> İletişim Protokolü Seçimi</a:t>
            </a:r>
            <a:endParaRPr/>
          </a:p>
          <a:p>
            <a:pPr indent="0" lvl="1" marL="292608" rtl="0" algn="l">
              <a:lnSpc>
                <a:spcPct val="90000"/>
              </a:lnSpc>
              <a:spcBef>
                <a:spcPts val="400"/>
              </a:spcBef>
              <a:spcAft>
                <a:spcPts val="0"/>
              </a:spcAft>
              <a:buSzPts val="1800"/>
              <a:buNone/>
            </a:pPr>
            <a:r>
              <a:rPr b="1" lang="tr-TR">
                <a:highlight>
                  <a:srgbClr val="FFFF00"/>
                </a:highlight>
              </a:rPr>
              <a:t>UART/USART: </a:t>
            </a:r>
            <a:r>
              <a:rPr lang="tr-TR">
                <a:highlight>
                  <a:srgbClr val="FFFF00"/>
                </a:highlight>
              </a:rPr>
              <a:t>Basit, yaygın ancak yavaş.</a:t>
            </a:r>
            <a:endParaRPr/>
          </a:p>
          <a:p>
            <a:pPr indent="0" lvl="1" marL="292608" rtl="0" algn="l">
              <a:lnSpc>
                <a:spcPct val="90000"/>
              </a:lnSpc>
              <a:spcBef>
                <a:spcPts val="600"/>
              </a:spcBef>
              <a:spcAft>
                <a:spcPts val="0"/>
              </a:spcAft>
              <a:buSzPts val="1800"/>
              <a:buNone/>
            </a:pPr>
            <a:r>
              <a:rPr b="1" lang="tr-TR"/>
              <a:t>USB:</a:t>
            </a:r>
            <a:r>
              <a:rPr lang="tr-TR"/>
              <a:t> Hızlı ve yaygın, ancak daha karmaşık.</a:t>
            </a:r>
            <a:endParaRPr/>
          </a:p>
          <a:p>
            <a:pPr indent="0" lvl="1" marL="292608" rtl="0" algn="l">
              <a:lnSpc>
                <a:spcPct val="90000"/>
              </a:lnSpc>
              <a:spcBef>
                <a:spcPts val="600"/>
              </a:spcBef>
              <a:spcAft>
                <a:spcPts val="0"/>
              </a:spcAft>
              <a:buSzPts val="1800"/>
              <a:buNone/>
            </a:pPr>
            <a:r>
              <a:rPr b="1" lang="tr-TR"/>
              <a:t>CAN:</a:t>
            </a:r>
            <a:r>
              <a:rPr lang="tr-TR"/>
              <a:t> Endüstriyel ortamlar için gürültü bağışıklığı yüksek.</a:t>
            </a:r>
            <a:endParaRPr/>
          </a:p>
          <a:p>
            <a:pPr indent="0" lvl="1" marL="292608" rtl="0" algn="l">
              <a:lnSpc>
                <a:spcPct val="90000"/>
              </a:lnSpc>
              <a:spcBef>
                <a:spcPts val="600"/>
              </a:spcBef>
              <a:spcAft>
                <a:spcPts val="0"/>
              </a:spcAft>
              <a:buSzPts val="1800"/>
              <a:buNone/>
            </a:pPr>
            <a:r>
              <a:rPr b="1" lang="tr-TR"/>
              <a:t>Ethernet:</a:t>
            </a:r>
            <a:r>
              <a:rPr lang="tr-TR"/>
              <a:t> Ağ bağlantılı cihazlar için yüksek bant genişliği.</a:t>
            </a:r>
            <a:endParaRPr/>
          </a:p>
          <a:p>
            <a:pPr indent="0" lvl="1" marL="292608" rtl="0" algn="l">
              <a:lnSpc>
                <a:spcPct val="90000"/>
              </a:lnSpc>
              <a:spcBef>
                <a:spcPts val="600"/>
              </a:spcBef>
              <a:spcAft>
                <a:spcPts val="0"/>
              </a:spcAft>
              <a:buSzPts val="1800"/>
              <a:buNone/>
            </a:pPr>
            <a:r>
              <a:rPr b="1" lang="tr-TR"/>
              <a:t>SPI/I2C: </a:t>
            </a:r>
            <a:r>
              <a:rPr lang="tr-TR"/>
              <a:t>Yakın mesafe sistem içi haberleşme için.</a:t>
            </a:r>
            <a:endParaRPr/>
          </a:p>
          <a:p>
            <a:pPr indent="-127000" lvl="0" marL="91440" rtl="0" algn="l">
              <a:lnSpc>
                <a:spcPct val="90000"/>
              </a:lnSpc>
              <a:spcBef>
                <a:spcPts val="1600"/>
              </a:spcBef>
              <a:spcAft>
                <a:spcPts val="0"/>
              </a:spcAft>
              <a:buSzPts val="2000"/>
              <a:buFont typeface="Noto Sans Symbols"/>
              <a:buChar char="⮚"/>
            </a:pPr>
            <a:r>
              <a:rPr lang="tr-TR"/>
              <a:t>Doğrulama ve Bütünlük Kontrolü</a:t>
            </a:r>
            <a:endParaRPr/>
          </a:p>
          <a:p>
            <a:pPr indent="-127000" lvl="0" marL="91440" rtl="0" algn="l">
              <a:lnSpc>
                <a:spcPct val="90000"/>
              </a:lnSpc>
              <a:spcBef>
                <a:spcPts val="1400"/>
              </a:spcBef>
              <a:spcAft>
                <a:spcPts val="0"/>
              </a:spcAft>
              <a:buSzPts val="2000"/>
              <a:buFont typeface="Noto Sans Symbols"/>
              <a:buChar char="⮚"/>
            </a:pPr>
            <a:r>
              <a:rPr lang="tr-TR"/>
              <a:t>Hata Toleransı</a:t>
            </a:r>
            <a:endParaRPr/>
          </a:p>
          <a:p>
            <a:pPr indent="-127000" lvl="0" marL="91440" rtl="0" algn="l">
              <a:lnSpc>
                <a:spcPct val="90000"/>
              </a:lnSpc>
              <a:spcBef>
                <a:spcPts val="1400"/>
              </a:spcBef>
              <a:spcAft>
                <a:spcPts val="0"/>
              </a:spcAft>
              <a:buSzPts val="2000"/>
              <a:buFont typeface="Noto Sans Symbols"/>
              <a:buChar char="⮚"/>
            </a:pPr>
            <a:r>
              <a:rPr lang="tr-TR"/>
              <a:t>Durum Göstergeleri</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tr-TR"/>
              <a:t>Linker Script vs Startup File (Bonus)</a:t>
            </a:r>
            <a:endParaRPr/>
          </a:p>
        </p:txBody>
      </p:sp>
      <p:sp>
        <p:nvSpPr>
          <p:cNvPr id="182" name="Google Shape;182;p14"/>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Noto Sans Symbols"/>
              <a:buChar char="⮚"/>
            </a:pPr>
            <a:r>
              <a:rPr lang="tr-TR"/>
              <a:t> Startup File dosyalarında sıfırlama sonrası sistemin başlatılması, kesme vektör tablosunun tanımlanması, zorunlu bellek bölgelerinin (BSS, data) hazırlanması gibi işlemler yapılırken,</a:t>
            </a:r>
            <a:endParaRPr/>
          </a:p>
          <a:p>
            <a:pPr indent="0" lvl="0" marL="0" rtl="0" algn="l">
              <a:lnSpc>
                <a:spcPct val="90000"/>
              </a:lnSpc>
              <a:spcBef>
                <a:spcPts val="1400"/>
              </a:spcBef>
              <a:spcAft>
                <a:spcPts val="0"/>
              </a:spcAft>
              <a:buSzPts val="2000"/>
              <a:buNone/>
            </a:pPr>
            <a:r>
              <a:t/>
            </a:r>
            <a:endParaRPr/>
          </a:p>
          <a:p>
            <a:pPr indent="-127000" lvl="0" marL="91440" rtl="0" algn="l">
              <a:lnSpc>
                <a:spcPct val="90000"/>
              </a:lnSpc>
              <a:spcBef>
                <a:spcPts val="1400"/>
              </a:spcBef>
              <a:spcAft>
                <a:spcPts val="0"/>
              </a:spcAft>
              <a:buSzPts val="2000"/>
              <a:buFont typeface="Noto Sans Symbols"/>
              <a:buChar char="⮚"/>
            </a:pPr>
            <a:r>
              <a:rPr lang="tr-TR"/>
              <a:t>Linker Script içinde ise derlenen kodun bellekte nereye yerleştirileceğini belirler. Flash, RAM, stack, heap gibi bölgelerin adreslerini ve boyutlarını tanımlar.</a:t>
            </a:r>
            <a:endParaRPr/>
          </a:p>
        </p:txBody>
      </p:sp>
      <p:pic>
        <p:nvPicPr>
          <p:cNvPr id="183" name="Google Shape;183;p14"/>
          <p:cNvPicPr preferRelativeResize="0"/>
          <p:nvPr/>
        </p:nvPicPr>
        <p:blipFill rotWithShape="1">
          <a:blip r:embed="rId3">
            <a:alphaModFix/>
          </a:blip>
          <a:srcRect b="0" l="0" r="0" t="0"/>
          <a:stretch/>
        </p:blipFill>
        <p:spPr>
          <a:xfrm>
            <a:off x="6591521" y="3857414"/>
            <a:ext cx="4185074" cy="185531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tr-TR"/>
              <a:t>Reset Sırası ve Başlatma İşlemi</a:t>
            </a:r>
            <a:endParaRPr/>
          </a:p>
        </p:txBody>
      </p:sp>
      <p:sp>
        <p:nvSpPr>
          <p:cNvPr id="189" name="Google Shape;189;p1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b="1" lang="tr-TR"/>
              <a:t>1 - Reset Tetiklenir: </a:t>
            </a:r>
            <a:r>
              <a:rPr lang="tr-TR"/>
              <a:t>Reset işlemi farklı yollar ile tetiklenir. (Sistem, Power, Harici vs.) Yani GND’ye çekilir. Sıfırlanır.</a:t>
            </a:r>
            <a:endParaRPr/>
          </a:p>
          <a:p>
            <a:pPr indent="-127000" lvl="0" marL="91440" rtl="0" algn="l">
              <a:lnSpc>
                <a:spcPct val="90000"/>
              </a:lnSpc>
              <a:spcBef>
                <a:spcPts val="1400"/>
              </a:spcBef>
              <a:spcAft>
                <a:spcPts val="0"/>
              </a:spcAft>
              <a:buSzPts val="2000"/>
              <a:buChar char=" "/>
            </a:pPr>
            <a:r>
              <a:rPr b="1" lang="tr-TR"/>
              <a:t>2 - Çekirdek ve Çevre Birimler Sıfırlanır: </a:t>
            </a:r>
            <a:r>
              <a:rPr lang="tr-TR"/>
              <a:t>Tüm kaydediciler varsayılan değerlere ayarlanır.</a:t>
            </a:r>
            <a:endParaRPr/>
          </a:p>
          <a:p>
            <a:pPr indent="-127000" lvl="0" marL="91440" rtl="0" algn="l">
              <a:lnSpc>
                <a:spcPct val="90000"/>
              </a:lnSpc>
              <a:spcBef>
                <a:spcPts val="1400"/>
              </a:spcBef>
              <a:spcAft>
                <a:spcPts val="0"/>
              </a:spcAft>
              <a:buSzPts val="2000"/>
              <a:buChar char=" "/>
            </a:pPr>
            <a:r>
              <a:rPr b="1" lang="tr-TR"/>
              <a:t>3 - Clock Yapılandırması: </a:t>
            </a:r>
            <a:r>
              <a:rPr lang="tr-TR"/>
              <a:t>Sistem saati HSI'ye (dahili 16 MHz) ayarlanır.</a:t>
            </a:r>
            <a:endParaRPr/>
          </a:p>
          <a:p>
            <a:pPr indent="-127000" lvl="0" marL="91440" rtl="0" algn="l">
              <a:lnSpc>
                <a:spcPct val="90000"/>
              </a:lnSpc>
              <a:spcBef>
                <a:spcPts val="1400"/>
              </a:spcBef>
              <a:spcAft>
                <a:spcPts val="0"/>
              </a:spcAft>
              <a:buSzPts val="2000"/>
              <a:buChar char=" "/>
            </a:pPr>
            <a:r>
              <a:rPr b="1" lang="tr-TR"/>
              <a:t>4 - Stack Pointer Yüklenir: </a:t>
            </a:r>
            <a:r>
              <a:rPr lang="tr-TR"/>
              <a:t>0x08000000 adresindeki değer SP'ye (Stack Pointer) yüklenir.</a:t>
            </a:r>
            <a:endParaRPr/>
          </a:p>
          <a:p>
            <a:pPr indent="-127000" lvl="0" marL="91440" rtl="0" algn="l">
              <a:lnSpc>
                <a:spcPct val="90000"/>
              </a:lnSpc>
              <a:spcBef>
                <a:spcPts val="1400"/>
              </a:spcBef>
              <a:spcAft>
                <a:spcPts val="0"/>
              </a:spcAft>
              <a:buSzPts val="2000"/>
              <a:buChar char=" "/>
            </a:pPr>
            <a:r>
              <a:rPr b="1" lang="tr-TR"/>
              <a:t>5 - Reset Handler Adresi Alınır: </a:t>
            </a:r>
            <a:r>
              <a:rPr lang="tr-TR"/>
              <a:t>0x08000004 adresindeki değer PC'ye (Program Counter) yüklenir.</a:t>
            </a:r>
            <a:endParaRPr/>
          </a:p>
          <a:p>
            <a:pPr indent="-127000" lvl="0" marL="91440" rtl="0" algn="l">
              <a:lnSpc>
                <a:spcPct val="90000"/>
              </a:lnSpc>
              <a:spcBef>
                <a:spcPts val="1400"/>
              </a:spcBef>
              <a:spcAft>
                <a:spcPts val="0"/>
              </a:spcAft>
              <a:buSzPts val="2000"/>
              <a:buChar char=" "/>
            </a:pPr>
            <a:r>
              <a:rPr b="1" lang="tr-TR"/>
              <a:t>6 - Reset Handler Çalıştırılır: </a:t>
            </a:r>
            <a:r>
              <a:rPr lang="tr-TR"/>
              <a:t>Program çalışmaya başlar.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tr-TR"/>
              <a:t>Reset Sırasında Bellek Erişimi</a:t>
            </a:r>
            <a:endParaRPr/>
          </a:p>
        </p:txBody>
      </p:sp>
      <p:sp>
        <p:nvSpPr>
          <p:cNvPr id="195" name="Google Shape;195;p16"/>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lnSpcReduction="10000"/>
          </a:bodyPr>
          <a:lstStyle/>
          <a:p>
            <a:pPr indent="-127000" lvl="0" marL="91440" rtl="0" algn="l">
              <a:lnSpc>
                <a:spcPct val="90000"/>
              </a:lnSpc>
              <a:spcBef>
                <a:spcPts val="0"/>
              </a:spcBef>
              <a:spcAft>
                <a:spcPts val="0"/>
              </a:spcAft>
              <a:buSzPts val="2000"/>
              <a:buChar char=" "/>
            </a:pPr>
            <a:r>
              <a:rPr b="1" lang="tr-TR"/>
              <a:t>1 - Başlangıç Vektör Tablosu: </a:t>
            </a:r>
            <a:r>
              <a:rPr lang="tr-TR"/>
              <a:t>Sistem başlatıldığında, 0x00000000 adresine erişim, flash belleğin başlangıcı olan 0x08000000 adresine yönlendirilir. Bu Flash remapping olarak adlandırılır.</a:t>
            </a:r>
            <a:endParaRPr/>
          </a:p>
          <a:p>
            <a:pPr indent="-127000" lvl="0" marL="91440" rtl="0" algn="l">
              <a:lnSpc>
                <a:spcPct val="90000"/>
              </a:lnSpc>
              <a:spcBef>
                <a:spcPts val="1400"/>
              </a:spcBef>
              <a:spcAft>
                <a:spcPts val="0"/>
              </a:spcAft>
              <a:buSzPts val="2000"/>
              <a:buChar char=" "/>
            </a:pPr>
            <a:r>
              <a:rPr b="1" lang="tr-TR"/>
              <a:t>2 - Stack Pointer Yükleme:</a:t>
            </a:r>
            <a:r>
              <a:rPr lang="tr-TR"/>
              <a:t> Mikrodenetleyici ilk olarak 0x08000000 adresinden SP değerini yükler.</a:t>
            </a:r>
            <a:endParaRPr/>
          </a:p>
          <a:p>
            <a:pPr indent="-127000" lvl="0" marL="91440" rtl="0" algn="l">
              <a:lnSpc>
                <a:spcPct val="90000"/>
              </a:lnSpc>
              <a:spcBef>
                <a:spcPts val="1400"/>
              </a:spcBef>
              <a:spcAft>
                <a:spcPts val="0"/>
              </a:spcAft>
              <a:buSzPts val="2000"/>
              <a:buChar char=" "/>
            </a:pPr>
            <a:r>
              <a:rPr b="1" lang="tr-TR"/>
              <a:t>3 - Reset Vektörü: </a:t>
            </a:r>
            <a:r>
              <a:rPr lang="tr-TR"/>
              <a:t>Daha sonra 0x08000004 adresinden reset vektörünü (başlangıç fonksiyonunun adresi)alır ve bu adrese atlar.</a:t>
            </a:r>
            <a:endParaRPr/>
          </a:p>
          <a:p>
            <a:pPr indent="-127000" lvl="0" marL="91440" rtl="0" algn="l">
              <a:lnSpc>
                <a:spcPct val="90000"/>
              </a:lnSpc>
              <a:spcBef>
                <a:spcPts val="1400"/>
              </a:spcBef>
              <a:spcAft>
                <a:spcPts val="0"/>
              </a:spcAft>
              <a:buSzPts val="2000"/>
              <a:buChar char=" "/>
            </a:pPr>
            <a:r>
              <a:rPr b="1" lang="tr-TR"/>
              <a:t>4 - Başlatma Kodu: </a:t>
            </a:r>
            <a:r>
              <a:rPr lang="tr-TR"/>
              <a:t>Reset vektörü genellikle aşağıdaki işlemleri gerçekleştiren başlatma kodunu çalıştırır:</a:t>
            </a:r>
            <a:endParaRPr/>
          </a:p>
          <a:p>
            <a:pPr indent="-182880" lvl="1" marL="384048" rtl="0" algn="l">
              <a:lnSpc>
                <a:spcPct val="90000"/>
              </a:lnSpc>
              <a:spcBef>
                <a:spcPts val="400"/>
              </a:spcBef>
              <a:spcAft>
                <a:spcPts val="0"/>
              </a:spcAft>
              <a:buSzPts val="1800"/>
              <a:buChar char="◦"/>
            </a:pPr>
            <a:r>
              <a:rPr lang="tr-TR"/>
              <a:t>Veri (.data) ve sıfırlanmış (.bss) bölümlerini hazırlar.</a:t>
            </a:r>
            <a:endParaRPr/>
          </a:p>
          <a:p>
            <a:pPr indent="-182880" lvl="1" marL="384048" rtl="0" algn="l">
              <a:lnSpc>
                <a:spcPct val="90000"/>
              </a:lnSpc>
              <a:spcBef>
                <a:spcPts val="600"/>
              </a:spcBef>
              <a:spcAft>
                <a:spcPts val="0"/>
              </a:spcAft>
              <a:buSzPts val="1800"/>
              <a:buChar char="◦"/>
            </a:pPr>
            <a:r>
              <a:rPr lang="tr-TR"/>
              <a:t>Çevre birimleri yapılandırır.</a:t>
            </a:r>
            <a:endParaRPr/>
          </a:p>
          <a:p>
            <a:pPr indent="-182880" lvl="1" marL="384048" rtl="0" algn="l">
              <a:lnSpc>
                <a:spcPct val="90000"/>
              </a:lnSpc>
              <a:spcBef>
                <a:spcPts val="600"/>
              </a:spcBef>
              <a:spcAft>
                <a:spcPts val="0"/>
              </a:spcAft>
              <a:buSzPts val="1800"/>
              <a:buChar char="◦"/>
            </a:pPr>
            <a:r>
              <a:rPr lang="tr-TR"/>
              <a:t>C kütüphanesi başlatma işlevlerini çağırır.</a:t>
            </a:r>
            <a:endParaRPr/>
          </a:p>
          <a:p>
            <a:pPr indent="-182880" lvl="1" marL="384048" rtl="0" algn="l">
              <a:lnSpc>
                <a:spcPct val="90000"/>
              </a:lnSpc>
              <a:spcBef>
                <a:spcPts val="600"/>
              </a:spcBef>
              <a:spcAft>
                <a:spcPts val="0"/>
              </a:spcAft>
              <a:buSzPts val="1800"/>
              <a:buChar char="◦"/>
            </a:pPr>
            <a:r>
              <a:rPr lang="tr-TR"/>
              <a:t>main() fonksiyonunu çağırır.</a:t>
            </a:r>
            <a:endParaRPr/>
          </a:p>
        </p:txBody>
      </p:sp>
      <p:pic>
        <p:nvPicPr>
          <p:cNvPr id="196" name="Google Shape;196;p16"/>
          <p:cNvPicPr preferRelativeResize="0"/>
          <p:nvPr/>
        </p:nvPicPr>
        <p:blipFill rotWithShape="1">
          <a:blip r:embed="rId3">
            <a:alphaModFix/>
          </a:blip>
          <a:srcRect b="0" l="0" r="0" t="0"/>
          <a:stretch/>
        </p:blipFill>
        <p:spPr>
          <a:xfrm>
            <a:off x="5597235" y="4988215"/>
            <a:ext cx="6483927" cy="126395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tr-TR"/>
              <a:t>STM32 Bootloader UART İletişim Protokolü</a:t>
            </a:r>
            <a:endParaRPr/>
          </a:p>
        </p:txBody>
      </p:sp>
      <p:sp>
        <p:nvSpPr>
          <p:cNvPr id="202" name="Google Shape;202;p17"/>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b="1" lang="tr-TR"/>
              <a:t>Komut Formatı: </a:t>
            </a:r>
            <a:r>
              <a:rPr lang="tr-TR"/>
              <a:t>[SOF][LEN][CMD][DATA][CRC] [EOF]</a:t>
            </a:r>
            <a:endParaRPr/>
          </a:p>
          <a:p>
            <a:pPr indent="-127000" lvl="0" marL="91440" rtl="0" algn="l">
              <a:lnSpc>
                <a:spcPct val="90000"/>
              </a:lnSpc>
              <a:spcBef>
                <a:spcPts val="1400"/>
              </a:spcBef>
              <a:spcAft>
                <a:spcPts val="0"/>
              </a:spcAft>
              <a:buSzPts val="2000"/>
              <a:buChar char=" "/>
            </a:pPr>
            <a:r>
              <a:rPr b="1" lang="tr-TR"/>
              <a:t>SOF : </a:t>
            </a:r>
            <a:r>
              <a:rPr lang="tr-TR"/>
              <a:t>Başlangıç baytı (0x7F)</a:t>
            </a:r>
            <a:endParaRPr/>
          </a:p>
          <a:p>
            <a:pPr indent="-127000" lvl="0" marL="91440" rtl="0" algn="l">
              <a:lnSpc>
                <a:spcPct val="90000"/>
              </a:lnSpc>
              <a:spcBef>
                <a:spcPts val="1400"/>
              </a:spcBef>
              <a:spcAft>
                <a:spcPts val="0"/>
              </a:spcAft>
              <a:buSzPts val="2000"/>
              <a:buChar char=" "/>
            </a:pPr>
            <a:r>
              <a:rPr b="1" lang="tr-TR"/>
              <a:t>LEN : </a:t>
            </a:r>
            <a:r>
              <a:rPr lang="tr-TR"/>
              <a:t>Veri uzunluğu</a:t>
            </a:r>
            <a:endParaRPr/>
          </a:p>
          <a:p>
            <a:pPr indent="-127000" lvl="0" marL="91440" rtl="0" algn="l">
              <a:lnSpc>
                <a:spcPct val="90000"/>
              </a:lnSpc>
              <a:spcBef>
                <a:spcPts val="1400"/>
              </a:spcBef>
              <a:spcAft>
                <a:spcPts val="0"/>
              </a:spcAft>
              <a:buSzPts val="2000"/>
              <a:buChar char=" "/>
            </a:pPr>
            <a:r>
              <a:rPr b="1" lang="tr-TR"/>
              <a:t>CMD : </a:t>
            </a:r>
            <a:r>
              <a:rPr lang="tr-TR"/>
              <a:t>Komut kodu</a:t>
            </a:r>
            <a:endParaRPr/>
          </a:p>
          <a:p>
            <a:pPr indent="-127000" lvl="0" marL="91440" rtl="0" algn="l">
              <a:lnSpc>
                <a:spcPct val="90000"/>
              </a:lnSpc>
              <a:spcBef>
                <a:spcPts val="1400"/>
              </a:spcBef>
              <a:spcAft>
                <a:spcPts val="0"/>
              </a:spcAft>
              <a:buSzPts val="2000"/>
              <a:buChar char=" "/>
            </a:pPr>
            <a:r>
              <a:rPr b="1" lang="tr-TR"/>
              <a:t>DATA : </a:t>
            </a:r>
            <a:r>
              <a:rPr lang="tr-TR"/>
              <a:t>Komut verileri</a:t>
            </a:r>
            <a:endParaRPr/>
          </a:p>
          <a:p>
            <a:pPr indent="-127000" lvl="0" marL="91440" rtl="0" algn="l">
              <a:lnSpc>
                <a:spcPct val="90000"/>
              </a:lnSpc>
              <a:spcBef>
                <a:spcPts val="1400"/>
              </a:spcBef>
              <a:spcAft>
                <a:spcPts val="0"/>
              </a:spcAft>
              <a:buSzPts val="2000"/>
              <a:buChar char=" "/>
            </a:pPr>
            <a:r>
              <a:rPr b="1" lang="tr-TR"/>
              <a:t>CRC : </a:t>
            </a:r>
            <a:r>
              <a:rPr lang="tr-TR"/>
              <a:t>Doğrulama kontrolü</a:t>
            </a:r>
            <a:endParaRPr/>
          </a:p>
          <a:p>
            <a:pPr indent="-127000" lvl="0" marL="91440" rtl="0" algn="l">
              <a:lnSpc>
                <a:spcPct val="90000"/>
              </a:lnSpc>
              <a:spcBef>
                <a:spcPts val="1400"/>
              </a:spcBef>
              <a:spcAft>
                <a:spcPts val="0"/>
              </a:spcAft>
              <a:buSzPts val="2000"/>
              <a:buChar char=" "/>
            </a:pPr>
            <a:r>
              <a:rPr b="1" lang="tr-TR"/>
              <a:t>EOF: </a:t>
            </a:r>
            <a:r>
              <a:rPr lang="tr-TR"/>
              <a:t>Bitiş baytı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tr-TR"/>
              <a:t>STM32 Bootloader Desteklenen Komutlar ([CMD])</a:t>
            </a:r>
            <a:endParaRPr/>
          </a:p>
        </p:txBody>
      </p:sp>
      <p:sp>
        <p:nvSpPr>
          <p:cNvPr id="208" name="Google Shape;208;p1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tr-TR"/>
              <a:t>- GET_HELP                     			0x00</a:t>
            </a:r>
            <a:endParaRPr/>
          </a:p>
          <a:p>
            <a:pPr indent="-127000" lvl="0" marL="91440" rtl="0" algn="l">
              <a:lnSpc>
                <a:spcPct val="90000"/>
              </a:lnSpc>
              <a:spcBef>
                <a:spcPts val="1400"/>
              </a:spcBef>
              <a:spcAft>
                <a:spcPts val="0"/>
              </a:spcAft>
              <a:buSzPts val="2000"/>
              <a:buChar char=" "/>
            </a:pPr>
            <a:r>
              <a:rPr lang="tr-TR"/>
              <a:t>- GET_VERSION              			0x01</a:t>
            </a:r>
            <a:endParaRPr/>
          </a:p>
          <a:p>
            <a:pPr indent="-127000" lvl="0" marL="91440" rtl="0" algn="l">
              <a:lnSpc>
                <a:spcPct val="90000"/>
              </a:lnSpc>
              <a:spcBef>
                <a:spcPts val="1400"/>
              </a:spcBef>
              <a:spcAft>
                <a:spcPts val="0"/>
              </a:spcAft>
              <a:buSzPts val="2000"/>
              <a:buChar char=" "/>
            </a:pPr>
            <a:r>
              <a:rPr lang="tr-TR"/>
              <a:t>- GET_ID                          			0x02</a:t>
            </a:r>
            <a:endParaRPr/>
          </a:p>
          <a:p>
            <a:pPr indent="-127000" lvl="0" marL="91440" rtl="0" algn="l">
              <a:lnSpc>
                <a:spcPct val="90000"/>
              </a:lnSpc>
              <a:spcBef>
                <a:spcPts val="1400"/>
              </a:spcBef>
              <a:spcAft>
                <a:spcPts val="0"/>
              </a:spcAft>
              <a:buSzPts val="2000"/>
              <a:buChar char=" "/>
            </a:pPr>
            <a:r>
              <a:rPr lang="tr-TR"/>
              <a:t>- READ_MEMORY         			0x11</a:t>
            </a:r>
            <a:endParaRPr/>
          </a:p>
          <a:p>
            <a:pPr indent="-127000" lvl="0" marL="91440" rtl="0" algn="l">
              <a:lnSpc>
                <a:spcPct val="90000"/>
              </a:lnSpc>
              <a:spcBef>
                <a:spcPts val="1400"/>
              </a:spcBef>
              <a:spcAft>
                <a:spcPts val="0"/>
              </a:spcAft>
              <a:buSzPts val="2000"/>
              <a:buChar char=" "/>
            </a:pPr>
            <a:r>
              <a:rPr lang="tr-TR"/>
              <a:t>- GO_TO_ADDRESS       			0x21</a:t>
            </a:r>
            <a:endParaRPr/>
          </a:p>
          <a:p>
            <a:pPr indent="-127000" lvl="0" marL="91440" rtl="0" algn="l">
              <a:lnSpc>
                <a:spcPct val="90000"/>
              </a:lnSpc>
              <a:spcBef>
                <a:spcPts val="1400"/>
              </a:spcBef>
              <a:spcAft>
                <a:spcPts val="0"/>
              </a:spcAft>
              <a:buSzPts val="2000"/>
              <a:buChar char=" "/>
            </a:pPr>
            <a:r>
              <a:rPr lang="tr-TR"/>
              <a:t>- WRITE_MEMORY        			0x31</a:t>
            </a:r>
            <a:endParaRPr/>
          </a:p>
          <a:p>
            <a:pPr indent="-127000" lvl="0" marL="91440" rtl="0" algn="l">
              <a:lnSpc>
                <a:spcPct val="90000"/>
              </a:lnSpc>
              <a:spcBef>
                <a:spcPts val="1400"/>
              </a:spcBef>
              <a:spcAft>
                <a:spcPts val="0"/>
              </a:spcAft>
              <a:buSzPts val="2000"/>
              <a:buChar char=" "/>
            </a:pPr>
            <a:r>
              <a:rPr lang="tr-TR"/>
              <a:t>- ERASE                            			0x43</a:t>
            </a:r>
            <a:endParaRPr/>
          </a:p>
          <a:p>
            <a:pPr indent="-127000" lvl="0" marL="91440" rtl="0" algn="l">
              <a:lnSpc>
                <a:spcPct val="90000"/>
              </a:lnSpc>
              <a:spcBef>
                <a:spcPts val="1400"/>
              </a:spcBef>
              <a:spcAft>
                <a:spcPts val="0"/>
              </a:spcAft>
              <a:buSzPts val="2000"/>
              <a:buChar char=" "/>
            </a:pPr>
            <a:r>
              <a:rPr lang="tr-TR"/>
              <a:t>- WRITE_PROTECT_UNPROTECT     		0x63</a:t>
            </a:r>
            <a:endParaRPr/>
          </a:p>
          <a:p>
            <a:pPr indent="-127000" lvl="0" marL="91440" rtl="0" algn="l">
              <a:lnSpc>
                <a:spcPct val="90000"/>
              </a:lnSpc>
              <a:spcBef>
                <a:spcPts val="1400"/>
              </a:spcBef>
              <a:spcAft>
                <a:spcPts val="0"/>
              </a:spcAft>
              <a:buSzPts val="2000"/>
              <a:buChar char=" "/>
            </a:pPr>
            <a:r>
              <a:rPr lang="tr-TR"/>
              <a:t>- READOUT_PROTECT_UNPROTECT               0x82</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tr-TR"/>
              <a:t>STM32 Bootloader Komutları - GET_VERSION </a:t>
            </a:r>
            <a:endParaRPr/>
          </a:p>
        </p:txBody>
      </p:sp>
      <p:sp>
        <p:nvSpPr>
          <p:cNvPr id="214" name="Google Shape;214;p19"/>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tr-TR"/>
              <a:t>Komut Formatı: [SOF][LEN][CMD][DATA][CRC] [EOF]</a:t>
            </a:r>
            <a:endParaRPr/>
          </a:p>
          <a:p>
            <a:pPr indent="0" lvl="0" marL="91440" rtl="0" algn="l">
              <a:lnSpc>
                <a:spcPct val="90000"/>
              </a:lnSpc>
              <a:spcBef>
                <a:spcPts val="1400"/>
              </a:spcBef>
              <a:spcAft>
                <a:spcPts val="0"/>
              </a:spcAft>
              <a:buSzPts val="2000"/>
              <a:buNone/>
            </a:pPr>
            <a:r>
              <a:t/>
            </a:r>
            <a:endParaRPr/>
          </a:p>
          <a:p>
            <a:pPr indent="-127000" lvl="0" marL="91440" rtl="0" algn="l">
              <a:lnSpc>
                <a:spcPct val="90000"/>
              </a:lnSpc>
              <a:spcBef>
                <a:spcPts val="1400"/>
              </a:spcBef>
              <a:spcAft>
                <a:spcPts val="0"/>
              </a:spcAft>
              <a:buSzPts val="2000"/>
              <a:buChar char=" "/>
            </a:pPr>
            <a:r>
              <a:rPr lang="tr-TR"/>
              <a:t>Receive Message: [0x7F][0x01][0x01][-][CRC] [0xD &amp; 0xA]</a:t>
            </a:r>
            <a:endParaRPr/>
          </a:p>
          <a:p>
            <a:pPr indent="-127000" lvl="0" marL="91440" rtl="0" algn="l">
              <a:lnSpc>
                <a:spcPct val="90000"/>
              </a:lnSpc>
              <a:spcBef>
                <a:spcPts val="1400"/>
              </a:spcBef>
              <a:spcAft>
                <a:spcPts val="0"/>
              </a:spcAft>
              <a:buSzPts val="2000"/>
              <a:buChar char=" "/>
            </a:pPr>
            <a:r>
              <a:rPr lang="tr-TR"/>
              <a:t>Transmit Message: [ACK or NACK][BOOT_VERSION]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tr-TR"/>
              <a:t>STM32 Bootloader Komutları - GET_HELP </a:t>
            </a:r>
            <a:endParaRPr/>
          </a:p>
        </p:txBody>
      </p:sp>
      <p:sp>
        <p:nvSpPr>
          <p:cNvPr id="220" name="Google Shape;220;p20"/>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tr-TR"/>
              <a:t>Komut Formatı: [SOF][LEN][CMD][DATA][CRC] [EOF]</a:t>
            </a:r>
            <a:endParaRPr/>
          </a:p>
          <a:p>
            <a:pPr indent="0" lvl="0" marL="91440" rtl="0" algn="l">
              <a:lnSpc>
                <a:spcPct val="90000"/>
              </a:lnSpc>
              <a:spcBef>
                <a:spcPts val="1400"/>
              </a:spcBef>
              <a:spcAft>
                <a:spcPts val="0"/>
              </a:spcAft>
              <a:buSzPts val="2000"/>
              <a:buNone/>
            </a:pPr>
            <a:r>
              <a:t/>
            </a:r>
            <a:endParaRPr/>
          </a:p>
          <a:p>
            <a:pPr indent="-127000" lvl="0" marL="91440" rtl="0" algn="l">
              <a:lnSpc>
                <a:spcPct val="90000"/>
              </a:lnSpc>
              <a:spcBef>
                <a:spcPts val="1400"/>
              </a:spcBef>
              <a:spcAft>
                <a:spcPts val="0"/>
              </a:spcAft>
              <a:buSzPts val="2000"/>
              <a:buChar char=" "/>
            </a:pPr>
            <a:r>
              <a:rPr lang="tr-TR"/>
              <a:t>Receive Message: [0x7F][0x01][0x00][-][CRC] [0xD &amp; 0xA]</a:t>
            </a:r>
            <a:endParaRPr/>
          </a:p>
          <a:p>
            <a:pPr indent="-127000" lvl="0" marL="91440" rtl="0" algn="l">
              <a:lnSpc>
                <a:spcPct val="90000"/>
              </a:lnSpc>
              <a:spcBef>
                <a:spcPts val="1400"/>
              </a:spcBef>
              <a:spcAft>
                <a:spcPts val="0"/>
              </a:spcAft>
              <a:buSzPts val="2000"/>
              <a:buChar char=" "/>
            </a:pPr>
            <a:r>
              <a:rPr lang="tr-TR"/>
              <a:t>Transmit Message: [ACK or NACK][NUMBEROFCOMMANDS] [BOOT_VERSION] [BOOT_COMMANDS]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tr-TR"/>
              <a:t>STM32 Bootloader Komutları - GET_ID </a:t>
            </a:r>
            <a:endParaRPr/>
          </a:p>
        </p:txBody>
      </p:sp>
      <p:sp>
        <p:nvSpPr>
          <p:cNvPr id="226" name="Google Shape;226;p21"/>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tr-TR"/>
              <a:t>Komut Formatı: [SOF][LEN][CMD][DATA][CRC] [EOF]</a:t>
            </a:r>
            <a:endParaRPr/>
          </a:p>
          <a:p>
            <a:pPr indent="0" lvl="0" marL="91440" rtl="0" algn="l">
              <a:lnSpc>
                <a:spcPct val="90000"/>
              </a:lnSpc>
              <a:spcBef>
                <a:spcPts val="1400"/>
              </a:spcBef>
              <a:spcAft>
                <a:spcPts val="0"/>
              </a:spcAft>
              <a:buSzPts val="2000"/>
              <a:buNone/>
            </a:pPr>
            <a:r>
              <a:t/>
            </a:r>
            <a:endParaRPr/>
          </a:p>
          <a:p>
            <a:pPr indent="-127000" lvl="0" marL="91440" rtl="0" algn="l">
              <a:lnSpc>
                <a:spcPct val="90000"/>
              </a:lnSpc>
              <a:spcBef>
                <a:spcPts val="1400"/>
              </a:spcBef>
              <a:spcAft>
                <a:spcPts val="0"/>
              </a:spcAft>
              <a:buSzPts val="2000"/>
              <a:buChar char=" "/>
            </a:pPr>
            <a:r>
              <a:rPr lang="tr-TR"/>
              <a:t>Receive Message: [0x7F][0x01][0x02][-][CRC] [0xD &amp; 0xA]</a:t>
            </a:r>
            <a:endParaRPr/>
          </a:p>
          <a:p>
            <a:pPr indent="-127000" lvl="0" marL="91440" rtl="0" algn="l">
              <a:lnSpc>
                <a:spcPct val="90000"/>
              </a:lnSpc>
              <a:spcBef>
                <a:spcPts val="1400"/>
              </a:spcBef>
              <a:spcAft>
                <a:spcPts val="0"/>
              </a:spcAft>
              <a:buSzPts val="2000"/>
              <a:buChar char=" "/>
            </a:pPr>
            <a:r>
              <a:rPr lang="tr-TR"/>
              <a:t>Transmit Message: [ACK or NACK][0x01] [0x04] [IDCODE]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tr-TR"/>
              <a:t>STM32 Bootloader Komutları – Read_MEM </a:t>
            </a:r>
            <a:endParaRPr/>
          </a:p>
        </p:txBody>
      </p:sp>
      <p:sp>
        <p:nvSpPr>
          <p:cNvPr id="232" name="Google Shape;232;p22"/>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tr-TR"/>
              <a:t>Komut Formatı: [SOF][LEN][CMD][DATA][CRC] [EOF]</a:t>
            </a:r>
            <a:endParaRPr/>
          </a:p>
          <a:p>
            <a:pPr indent="0" lvl="0" marL="91440" rtl="0" algn="l">
              <a:lnSpc>
                <a:spcPct val="90000"/>
              </a:lnSpc>
              <a:spcBef>
                <a:spcPts val="1400"/>
              </a:spcBef>
              <a:spcAft>
                <a:spcPts val="0"/>
              </a:spcAft>
              <a:buSzPts val="2000"/>
              <a:buNone/>
            </a:pPr>
            <a:r>
              <a:t/>
            </a:r>
            <a:endParaRPr/>
          </a:p>
          <a:p>
            <a:pPr indent="-127000" lvl="0" marL="91440" rtl="0" algn="l">
              <a:lnSpc>
                <a:spcPct val="90000"/>
              </a:lnSpc>
              <a:spcBef>
                <a:spcPts val="1400"/>
              </a:spcBef>
              <a:spcAft>
                <a:spcPts val="0"/>
              </a:spcAft>
              <a:buSzPts val="2000"/>
              <a:buChar char=" "/>
            </a:pPr>
            <a:r>
              <a:rPr lang="tr-TR"/>
              <a:t>Receive Message: [0x7F][0x08][0x11][DATA][CRC] [0xD &amp; 0xA]</a:t>
            </a:r>
            <a:endParaRPr/>
          </a:p>
          <a:p>
            <a:pPr indent="-127000" lvl="0" marL="91440" rtl="0" algn="l">
              <a:lnSpc>
                <a:spcPct val="90000"/>
              </a:lnSpc>
              <a:spcBef>
                <a:spcPts val="1400"/>
              </a:spcBef>
              <a:spcAft>
                <a:spcPts val="0"/>
              </a:spcAft>
              <a:buSzPts val="2000"/>
              <a:buChar char=" "/>
            </a:pPr>
            <a:r>
              <a:rPr lang="tr-TR"/>
              <a:t>DATA[] = [MSB_address][address][address][LSB_ address][addressChecksum] [length] [~length]</a:t>
            </a:r>
            <a:endParaRPr/>
          </a:p>
          <a:p>
            <a:pPr indent="-127000" lvl="0" marL="91440" rtl="0" algn="l">
              <a:lnSpc>
                <a:spcPct val="90000"/>
              </a:lnSpc>
              <a:spcBef>
                <a:spcPts val="1400"/>
              </a:spcBef>
              <a:spcAft>
                <a:spcPts val="0"/>
              </a:spcAft>
              <a:buSzPts val="2000"/>
              <a:buChar char=" "/>
            </a:pPr>
            <a:r>
              <a:rPr lang="tr-TR"/>
              <a:t>Transmit Message: [ACK or NACK][MEMORY[LENGTH]]</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tr-TR"/>
              <a:t>STM32 Bootloader Komutları – Go_ADD</a:t>
            </a:r>
            <a:endParaRPr/>
          </a:p>
        </p:txBody>
      </p:sp>
      <p:sp>
        <p:nvSpPr>
          <p:cNvPr id="238" name="Google Shape;238;p23"/>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tr-TR"/>
              <a:t>Komut Formatı: [SOF][LEN][CMD][DATA][CRC] [EOF]</a:t>
            </a:r>
            <a:endParaRPr/>
          </a:p>
          <a:p>
            <a:pPr indent="0" lvl="0" marL="91440" rtl="0" algn="l">
              <a:lnSpc>
                <a:spcPct val="90000"/>
              </a:lnSpc>
              <a:spcBef>
                <a:spcPts val="1400"/>
              </a:spcBef>
              <a:spcAft>
                <a:spcPts val="0"/>
              </a:spcAft>
              <a:buSzPts val="2000"/>
              <a:buNone/>
            </a:pPr>
            <a:r>
              <a:t/>
            </a:r>
            <a:endParaRPr/>
          </a:p>
          <a:p>
            <a:pPr indent="-127000" lvl="0" marL="91440" rtl="0" algn="l">
              <a:lnSpc>
                <a:spcPct val="90000"/>
              </a:lnSpc>
              <a:spcBef>
                <a:spcPts val="1400"/>
              </a:spcBef>
              <a:spcAft>
                <a:spcPts val="0"/>
              </a:spcAft>
              <a:buSzPts val="2000"/>
              <a:buChar char=" "/>
            </a:pPr>
            <a:r>
              <a:rPr lang="tr-TR"/>
              <a:t>Receive Message: [0x7F][0x01][0x21][DATA][CRC] [0xD &amp; 0xA]</a:t>
            </a:r>
            <a:endParaRPr/>
          </a:p>
          <a:p>
            <a:pPr indent="-127000" lvl="0" marL="91440" rtl="0" algn="l">
              <a:lnSpc>
                <a:spcPct val="90000"/>
              </a:lnSpc>
              <a:spcBef>
                <a:spcPts val="1400"/>
              </a:spcBef>
              <a:spcAft>
                <a:spcPts val="0"/>
              </a:spcAft>
              <a:buSzPts val="2000"/>
              <a:buChar char=" "/>
            </a:pPr>
            <a:r>
              <a:rPr lang="tr-TR"/>
              <a:t>DATA[] = [MSB_address][address][address][LSB_ address][addressChecksum] </a:t>
            </a:r>
            <a:endParaRPr/>
          </a:p>
          <a:p>
            <a:pPr indent="-127000" lvl="0" marL="91440" rtl="0" algn="l">
              <a:lnSpc>
                <a:spcPct val="90000"/>
              </a:lnSpc>
              <a:spcBef>
                <a:spcPts val="1400"/>
              </a:spcBef>
              <a:spcAft>
                <a:spcPts val="0"/>
              </a:spcAft>
              <a:buSzPts val="2000"/>
              <a:buChar char=" "/>
            </a:pPr>
            <a:r>
              <a:rPr lang="tr-TR"/>
              <a:t>Transmit Message: [ACK or NACK]</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tr-TR"/>
              <a:t>STM32 Bootloader Komutları – Write_MEM</a:t>
            </a:r>
            <a:endParaRPr/>
          </a:p>
        </p:txBody>
      </p:sp>
      <p:sp>
        <p:nvSpPr>
          <p:cNvPr id="244" name="Google Shape;244;p24"/>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tr-TR"/>
              <a:t>Komut Formatı: [SOF][LEN][CMD][DATA][CRC] [EOF]</a:t>
            </a:r>
            <a:endParaRPr/>
          </a:p>
          <a:p>
            <a:pPr indent="0" lvl="0" marL="91440" rtl="0" algn="l">
              <a:lnSpc>
                <a:spcPct val="90000"/>
              </a:lnSpc>
              <a:spcBef>
                <a:spcPts val="1400"/>
              </a:spcBef>
              <a:spcAft>
                <a:spcPts val="0"/>
              </a:spcAft>
              <a:buSzPts val="2000"/>
              <a:buNone/>
            </a:pPr>
            <a:r>
              <a:t/>
            </a:r>
            <a:endParaRPr/>
          </a:p>
          <a:p>
            <a:pPr indent="-127000" lvl="0" marL="91440" rtl="0" algn="l">
              <a:lnSpc>
                <a:spcPct val="90000"/>
              </a:lnSpc>
              <a:spcBef>
                <a:spcPts val="1400"/>
              </a:spcBef>
              <a:spcAft>
                <a:spcPts val="0"/>
              </a:spcAft>
              <a:buSzPts val="2000"/>
              <a:buChar char=" "/>
            </a:pPr>
            <a:r>
              <a:rPr lang="tr-TR"/>
              <a:t>Receive Message: [0x7F][0x01][0x31][DATA][CRC] [0xD &amp; 0xA]</a:t>
            </a:r>
            <a:endParaRPr/>
          </a:p>
          <a:p>
            <a:pPr indent="-127000" lvl="0" marL="91440" rtl="0" algn="l">
              <a:lnSpc>
                <a:spcPct val="90000"/>
              </a:lnSpc>
              <a:spcBef>
                <a:spcPts val="1400"/>
              </a:spcBef>
              <a:spcAft>
                <a:spcPts val="0"/>
              </a:spcAft>
              <a:buSzPts val="2000"/>
              <a:buChar char=" "/>
            </a:pPr>
            <a:r>
              <a:rPr lang="tr-TR"/>
              <a:t>DATA[] = [MSB_address][address][address][LSB_ address][addressChecksum] [MSB_length][length][length][LSB_ length][data] </a:t>
            </a:r>
            <a:endParaRPr/>
          </a:p>
          <a:p>
            <a:pPr indent="-127000" lvl="0" marL="91440" rtl="0" algn="l">
              <a:lnSpc>
                <a:spcPct val="90000"/>
              </a:lnSpc>
              <a:spcBef>
                <a:spcPts val="1400"/>
              </a:spcBef>
              <a:spcAft>
                <a:spcPts val="0"/>
              </a:spcAft>
              <a:buSzPts val="2000"/>
              <a:buChar char=" "/>
            </a:pPr>
            <a:r>
              <a:rPr lang="tr-TR"/>
              <a:t>Transmit Message: [ACK or NACK]</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tr-TR"/>
              <a:t>STM32 Bootloader Komutları – ERASE</a:t>
            </a:r>
            <a:endParaRPr/>
          </a:p>
        </p:txBody>
      </p:sp>
      <p:sp>
        <p:nvSpPr>
          <p:cNvPr id="250" name="Google Shape;250;p2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tr-TR"/>
              <a:t>Komut Formatı: [SOF][LEN][CMD][DATA][CRC] [EOF]</a:t>
            </a:r>
            <a:endParaRPr/>
          </a:p>
          <a:p>
            <a:pPr indent="0" lvl="0" marL="91440" rtl="0" algn="l">
              <a:lnSpc>
                <a:spcPct val="90000"/>
              </a:lnSpc>
              <a:spcBef>
                <a:spcPts val="1400"/>
              </a:spcBef>
              <a:spcAft>
                <a:spcPts val="0"/>
              </a:spcAft>
              <a:buSzPts val="2000"/>
              <a:buNone/>
            </a:pPr>
            <a:r>
              <a:t/>
            </a:r>
            <a:endParaRPr/>
          </a:p>
          <a:p>
            <a:pPr indent="-127000" lvl="0" marL="91440" rtl="0" algn="l">
              <a:lnSpc>
                <a:spcPct val="90000"/>
              </a:lnSpc>
              <a:spcBef>
                <a:spcPts val="1400"/>
              </a:spcBef>
              <a:spcAft>
                <a:spcPts val="0"/>
              </a:spcAft>
              <a:buSzPts val="2000"/>
              <a:buChar char=" "/>
            </a:pPr>
            <a:r>
              <a:rPr lang="tr-TR"/>
              <a:t>Receive Message: [0x7F][0x01][0x43][DATA][CRC] [0xD &amp; 0xA]</a:t>
            </a:r>
            <a:endParaRPr/>
          </a:p>
          <a:p>
            <a:pPr indent="-127000" lvl="0" marL="91440" rtl="0" algn="l">
              <a:lnSpc>
                <a:spcPct val="90000"/>
              </a:lnSpc>
              <a:spcBef>
                <a:spcPts val="1400"/>
              </a:spcBef>
              <a:spcAft>
                <a:spcPts val="0"/>
              </a:spcAft>
              <a:buSzPts val="2000"/>
              <a:buChar char=" "/>
            </a:pPr>
            <a:r>
              <a:rPr lang="tr-TR"/>
              <a:t>DATA[] = [N][N.sectorNumber][checkSum]</a:t>
            </a:r>
            <a:endParaRPr/>
          </a:p>
          <a:p>
            <a:pPr indent="-127000" lvl="0" marL="91440" rtl="0" algn="l">
              <a:lnSpc>
                <a:spcPct val="90000"/>
              </a:lnSpc>
              <a:spcBef>
                <a:spcPts val="1400"/>
              </a:spcBef>
              <a:spcAft>
                <a:spcPts val="0"/>
              </a:spcAft>
              <a:buSzPts val="2000"/>
              <a:buChar char=" "/>
            </a:pPr>
            <a:r>
              <a:rPr lang="tr-TR"/>
              <a:t>Transmit Message: [ACK or NACK]</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tr-TR"/>
              <a:t>STM32 Bootloader Komutları – WRITE_PROTECT_UNPROTECT</a:t>
            </a:r>
            <a:endParaRPr/>
          </a:p>
        </p:txBody>
      </p:sp>
      <p:sp>
        <p:nvSpPr>
          <p:cNvPr id="256" name="Google Shape;256;p26"/>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tr-TR"/>
              <a:t>Komut Formatı: [SOF][LEN][CMD][DATA][CRC] [EOF]</a:t>
            </a:r>
            <a:endParaRPr/>
          </a:p>
          <a:p>
            <a:pPr indent="0" lvl="0" marL="91440" rtl="0" algn="l">
              <a:lnSpc>
                <a:spcPct val="90000"/>
              </a:lnSpc>
              <a:spcBef>
                <a:spcPts val="1400"/>
              </a:spcBef>
              <a:spcAft>
                <a:spcPts val="0"/>
              </a:spcAft>
              <a:buSzPts val="2000"/>
              <a:buNone/>
            </a:pPr>
            <a:r>
              <a:t/>
            </a:r>
            <a:endParaRPr/>
          </a:p>
          <a:p>
            <a:pPr indent="-127000" lvl="0" marL="91440" rtl="0" algn="l">
              <a:lnSpc>
                <a:spcPct val="90000"/>
              </a:lnSpc>
              <a:spcBef>
                <a:spcPts val="1400"/>
              </a:spcBef>
              <a:spcAft>
                <a:spcPts val="0"/>
              </a:spcAft>
              <a:buSzPts val="2000"/>
              <a:buChar char=" "/>
            </a:pPr>
            <a:r>
              <a:rPr lang="tr-TR"/>
              <a:t>Receive Message: [0x7F][0x01][0x63][DATA][CRC] [0xD &amp; 0xA]</a:t>
            </a:r>
            <a:endParaRPr/>
          </a:p>
          <a:p>
            <a:pPr indent="-127000" lvl="0" marL="91440" rtl="0" algn="l">
              <a:lnSpc>
                <a:spcPct val="90000"/>
              </a:lnSpc>
              <a:spcBef>
                <a:spcPts val="1400"/>
              </a:spcBef>
              <a:spcAft>
                <a:spcPts val="0"/>
              </a:spcAft>
              <a:buSzPts val="2000"/>
              <a:buChar char=" "/>
            </a:pPr>
            <a:r>
              <a:rPr lang="tr-TR"/>
              <a:t>DATA[] = [N][N.sectorNumber]</a:t>
            </a:r>
            <a:endParaRPr/>
          </a:p>
          <a:p>
            <a:pPr indent="-127000" lvl="0" marL="91440" rtl="0" algn="l">
              <a:lnSpc>
                <a:spcPct val="90000"/>
              </a:lnSpc>
              <a:spcBef>
                <a:spcPts val="1400"/>
              </a:spcBef>
              <a:spcAft>
                <a:spcPts val="0"/>
              </a:spcAft>
              <a:buSzPts val="2000"/>
              <a:buChar char=" "/>
            </a:pPr>
            <a:r>
              <a:rPr lang="tr-TR"/>
              <a:t>Transmit Message: [ACK or NACK]</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Calibri"/>
              <a:buNone/>
            </a:pPr>
            <a:r>
              <a:rPr lang="tr-TR"/>
              <a:t>STM32 Bootloader Komutları – READOUT_PROTECT_UNPROTECT</a:t>
            </a:r>
            <a:endParaRPr/>
          </a:p>
        </p:txBody>
      </p:sp>
      <p:sp>
        <p:nvSpPr>
          <p:cNvPr id="262" name="Google Shape;262;p27"/>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tr-TR"/>
              <a:t>Komut Formatı: [SOF][LEN][CMD][DATA][CRC] [EOF]</a:t>
            </a:r>
            <a:endParaRPr/>
          </a:p>
          <a:p>
            <a:pPr indent="0" lvl="0" marL="91440" rtl="0" algn="l">
              <a:lnSpc>
                <a:spcPct val="90000"/>
              </a:lnSpc>
              <a:spcBef>
                <a:spcPts val="1400"/>
              </a:spcBef>
              <a:spcAft>
                <a:spcPts val="0"/>
              </a:spcAft>
              <a:buSzPts val="2000"/>
              <a:buNone/>
            </a:pPr>
            <a:r>
              <a:t/>
            </a:r>
            <a:endParaRPr/>
          </a:p>
          <a:p>
            <a:pPr indent="-127000" lvl="0" marL="91440" rtl="0" algn="l">
              <a:lnSpc>
                <a:spcPct val="90000"/>
              </a:lnSpc>
              <a:spcBef>
                <a:spcPts val="1400"/>
              </a:spcBef>
              <a:spcAft>
                <a:spcPts val="0"/>
              </a:spcAft>
              <a:buSzPts val="2000"/>
              <a:buChar char=" "/>
            </a:pPr>
            <a:r>
              <a:rPr lang="tr-TR"/>
              <a:t>Receive Message: [0x7F][0x01][0x82][DATA][CRC] [0xD &amp; 0xA]</a:t>
            </a:r>
            <a:endParaRPr/>
          </a:p>
          <a:p>
            <a:pPr indent="-127000" lvl="0" marL="91440" rtl="0" algn="l">
              <a:lnSpc>
                <a:spcPct val="90000"/>
              </a:lnSpc>
              <a:spcBef>
                <a:spcPts val="1400"/>
              </a:spcBef>
              <a:spcAft>
                <a:spcPts val="0"/>
              </a:spcAft>
              <a:buSzPts val="2000"/>
              <a:buChar char=" "/>
            </a:pPr>
            <a:r>
              <a:rPr lang="tr-TR"/>
              <a:t>DATA[] = [rdpLevel]</a:t>
            </a:r>
            <a:endParaRPr/>
          </a:p>
          <a:p>
            <a:pPr indent="-127000" lvl="0" marL="91440" rtl="0" algn="l">
              <a:lnSpc>
                <a:spcPct val="90000"/>
              </a:lnSpc>
              <a:spcBef>
                <a:spcPts val="1400"/>
              </a:spcBef>
              <a:spcAft>
                <a:spcPts val="0"/>
              </a:spcAft>
              <a:buSzPts val="2000"/>
              <a:buChar char=" "/>
            </a:pPr>
            <a:r>
              <a:rPr lang="tr-TR"/>
              <a:t>Transmit Message: [ACK or NACK]</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eçmişe bakış">
  <a:themeElements>
    <a:clrScheme name="Geçmişe bakış">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2025-05-15T12:03:14Z</dcterms:created>
  <dc:creator>Değer Mandal-Intertech-Yapay Zeka-Uzman Yapay Zeka Araştırmacısı</dc:creator>
</cp:coreProperties>
</file>